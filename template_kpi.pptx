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3.xml" ContentType="application/vnd.openxmlformats-officedocument.themeOverride+xml"/>
  <Override PartName="/ppt/drawings/drawing3.xml" ContentType="application/vnd.openxmlformats-officedocument.drawingml.chartshape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4.xml" ContentType="application/vnd.openxmlformats-officedocument.themeOverride+xml"/>
  <Override PartName="/ppt/drawings/drawing4.xml" ContentType="application/vnd.openxmlformats-officedocument.drawingml.chartshape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5.xml" ContentType="application/vnd.openxmlformats-officedocument.themeOverride+xml"/>
  <Override PartName="/ppt/drawings/drawing5.xml" ContentType="application/vnd.openxmlformats-officedocument.drawingml.chartshape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  <p:sldMasterId id="2147484352" r:id="rId2"/>
    <p:sldMasterId id="2147484669" r:id="rId3"/>
    <p:sldMasterId id="2147504265" r:id="rId4"/>
  </p:sldMasterIdLst>
  <p:notesMasterIdLst>
    <p:notesMasterId r:id="rId10"/>
  </p:notesMasterIdLst>
  <p:sldIdLst>
    <p:sldId id="265" r:id="rId5"/>
    <p:sldId id="420" r:id="rId6"/>
    <p:sldId id="417" r:id="rId7"/>
    <p:sldId id="419" r:id="rId8"/>
    <p:sldId id="418" r:id="rId9"/>
  </p:sldIdLst>
  <p:sldSz cx="9906000" cy="6858000" type="A4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47">
          <p15:clr>
            <a:srgbClr val="A4A3A4"/>
          </p15:clr>
        </p15:guide>
        <p15:guide id="2" orient="horz" pos="2024">
          <p15:clr>
            <a:srgbClr val="A4A3A4"/>
          </p15:clr>
        </p15:guide>
        <p15:guide id="3" orient="horz" pos="2432">
          <p15:clr>
            <a:srgbClr val="A4A3A4"/>
          </p15:clr>
        </p15:guide>
        <p15:guide id="4" pos="3120">
          <p15:clr>
            <a:srgbClr val="A4A3A4"/>
          </p15:clr>
        </p15:guide>
        <p15:guide id="5" pos="489">
          <p15:clr>
            <a:srgbClr val="A4A3A4"/>
          </p15:clr>
        </p15:guide>
        <p15:guide id="6" pos="6023">
          <p15:clr>
            <a:srgbClr val="A4A3A4"/>
          </p15:clr>
        </p15:guide>
        <p15:guide id="7" pos="13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000066"/>
    <a:srgbClr val="002060"/>
    <a:srgbClr val="0D0D0E"/>
    <a:srgbClr val="66CCFF"/>
    <a:srgbClr val="0742FF"/>
    <a:srgbClr val="0000FF"/>
    <a:srgbClr val="FFFF00"/>
    <a:srgbClr val="000099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02" autoAdjust="0"/>
    <p:restoredTop sz="96242" autoAdjust="0"/>
  </p:normalViewPr>
  <p:slideViewPr>
    <p:cSldViewPr>
      <p:cViewPr varScale="1">
        <p:scale>
          <a:sx n="110" d="100"/>
          <a:sy n="110" d="100"/>
        </p:scale>
        <p:origin x="1986" y="114"/>
      </p:cViewPr>
      <p:guideLst>
        <p:guide orient="horz" pos="4247"/>
        <p:guide orient="horz" pos="2024"/>
        <p:guide orient="horz" pos="2432"/>
        <p:guide pos="3120"/>
        <p:guide pos="489"/>
        <p:guide pos="6023"/>
        <p:guide pos="13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환기" userId="0f7436bf-39f1-4776-a1ed-472eceeae1dd" providerId="ADAL" clId="{A3FE120C-1927-48DB-AA53-DA162E29D9CB}"/>
    <pc:docChg chg="modSld">
      <pc:chgData name="김환기" userId="0f7436bf-39f1-4776-a1ed-472eceeae1dd" providerId="ADAL" clId="{A3FE120C-1927-48DB-AA53-DA162E29D9CB}" dt="2026-06-15T10:41:22.546" v="1" actId="20577"/>
      <pc:docMkLst>
        <pc:docMk/>
      </pc:docMkLst>
      <pc:sldChg chg="modSp mod">
        <pc:chgData name="김환기" userId="0f7436bf-39f1-4776-a1ed-472eceeae1dd" providerId="ADAL" clId="{A3FE120C-1927-48DB-AA53-DA162E29D9CB}" dt="2026-06-15T10:41:22.546" v="1" actId="20577"/>
        <pc:sldMkLst>
          <pc:docMk/>
          <pc:sldMk cId="1664228657" sldId="420"/>
        </pc:sldMkLst>
        <pc:spChg chg="mod">
          <ac:chgData name="김환기" userId="0f7436bf-39f1-4776-a1ed-472eceeae1dd" providerId="ADAL" clId="{A3FE120C-1927-48DB-AA53-DA162E29D9CB}" dt="2026-06-15T10:41:22.546" v="1" actId="20577"/>
          <ac:spMkLst>
            <pc:docMk/>
            <pc:sldMk cId="1664228657" sldId="420"/>
            <ac:spMk id="19" creationId="{D9C870F4-EEA4-DAF2-2519-140C6EFA1E5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5" Type="http://schemas.openxmlformats.org/officeDocument/2006/relationships/chartUserShapes" Target="../drawings/drawing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6.xml"/><Relationship Id="rId1" Type="http://schemas.microsoft.com/office/2011/relationships/chartStyle" Target="style6.xml"/><Relationship Id="rId5" Type="http://schemas.openxmlformats.org/officeDocument/2006/relationships/chartUserShapes" Target="../drawings/drawing3.xml"/><Relationship Id="rId4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7.xml"/><Relationship Id="rId1" Type="http://schemas.microsoft.com/office/2011/relationships/chartStyle" Target="style7.xml"/><Relationship Id="rId5" Type="http://schemas.openxmlformats.org/officeDocument/2006/relationships/chartUserShapes" Target="../drawings/drawing4.xml"/><Relationship Id="rId4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8.xml"/><Relationship Id="rId1" Type="http://schemas.microsoft.com/office/2011/relationships/chartStyle" Target="style8.xml"/><Relationship Id="rId5" Type="http://schemas.openxmlformats.org/officeDocument/2006/relationships/chartUserShapes" Target="../drawings/drawing5.xml"/><Relationship Id="rId4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8925775546155948E-2"/>
          <c:y val="0.17557730469298288"/>
          <c:w val="0.86576343333087624"/>
          <c:h val="0.7965636737602933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기아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F5C-48E5-BAB2-C9A9058B8A36}"/>
              </c:ext>
            </c:extLst>
          </c:dPt>
          <c:dPt>
            <c:idx val="1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F5C-48E5-BAB2-C9A9058B8A36}"/>
              </c:ext>
            </c:extLst>
          </c:dPt>
          <c:dPt>
            <c:idx val="2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F5C-48E5-BAB2-C9A9058B8A36}"/>
              </c:ext>
            </c:extLst>
          </c:dPt>
          <c:dPt>
            <c:idx val="3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F5C-48E5-BAB2-C9A9058B8A36}"/>
              </c:ext>
            </c:extLst>
          </c:dPt>
          <c:dPt>
            <c:idx val="4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F5C-48E5-BAB2-C9A9058B8A36}"/>
              </c:ext>
            </c:extLst>
          </c:dPt>
          <c:dPt>
            <c:idx val="5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EF5C-48E5-BAB2-C9A9058B8A36}"/>
              </c:ext>
            </c:extLst>
          </c:dPt>
          <c:dPt>
            <c:idx val="6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EF5C-48E5-BAB2-C9A9058B8A36}"/>
              </c:ext>
            </c:extLst>
          </c:dPt>
          <c:dPt>
            <c:idx val="7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EF5C-48E5-BAB2-C9A9058B8A36}"/>
              </c:ext>
            </c:extLst>
          </c:dPt>
          <c:dPt>
            <c:idx val="8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EF5C-48E5-BAB2-C9A9058B8A36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EF5C-48E5-BAB2-C9A9058B8A36}"/>
              </c:ext>
            </c:extLst>
          </c:dPt>
          <c:dPt>
            <c:idx val="1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EF5C-48E5-BAB2-C9A9058B8A36}"/>
              </c:ext>
            </c:extLst>
          </c:dPt>
          <c:dPt>
            <c:idx val="11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EF5C-48E5-BAB2-C9A9058B8A36}"/>
              </c:ext>
            </c:extLst>
          </c:dPt>
          <c:dLbls>
            <c:dLbl>
              <c:idx val="0"/>
              <c:layout>
                <c:manualLayout>
                  <c:x val="-5.8505933515147048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F5C-48E5-BAB2-C9A9058B8A36}"/>
                </c:ext>
              </c:extLst>
            </c:dLbl>
            <c:dLbl>
              <c:idx val="1"/>
              <c:layout>
                <c:manualLayout>
                  <c:x val="-1.170118670302941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F5C-48E5-BAB2-C9A9058B8A3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Sheet1!$B$1:$M$1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100</c:v>
                </c:pt>
                <c:pt idx="1">
                  <c:v>92</c:v>
                </c:pt>
                <c:pt idx="2">
                  <c:v>110</c:v>
                </c:pt>
                <c:pt idx="3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EF5C-48E5-BAB2-C9A9058B8A3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캠스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Sheet1!$B$1:$M$1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124</c:v>
                </c:pt>
                <c:pt idx="1">
                  <c:v>106</c:v>
                </c:pt>
                <c:pt idx="2">
                  <c:v>96</c:v>
                </c:pt>
                <c:pt idx="3">
                  <c:v>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EF5C-48E5-BAB2-C9A9058B8A3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부영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Sheet1!$B$1:$M$1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0</c:v>
                </c:pt>
                <c:pt idx="1">
                  <c:v>3</c:v>
                </c:pt>
                <c:pt idx="2">
                  <c:v>10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B07D-48BF-AB8D-53A8642B004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146669720"/>
        <c:axId val="1146672016"/>
      </c:barChart>
      <c:catAx>
        <c:axId val="11466697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46672016"/>
        <c:crosses val="autoZero"/>
        <c:auto val="1"/>
        <c:lblAlgn val="ctr"/>
        <c:lblOffset val="100"/>
        <c:noMultiLvlLbl val="0"/>
      </c:catAx>
      <c:valAx>
        <c:axId val="114667201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146669720"/>
        <c:crosses val="autoZero"/>
        <c:crossBetween val="between"/>
      </c:valAx>
      <c:spPr>
        <a:noFill/>
        <a:ln w="31487">
          <a:noFill/>
        </a:ln>
        <a:effectLst/>
      </c:spPr>
    </c:plotArea>
    <c:legend>
      <c:legendPos val="r"/>
      <c:layout>
        <c:manualLayout>
          <c:xMode val="edge"/>
          <c:yMode val="edge"/>
          <c:x val="0.7629051651065083"/>
          <c:y val="7.8738810141536927E-2"/>
          <c:w val="0.2307665198643768"/>
          <c:h val="9.59077732083866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627" b="1"/>
      </a:pPr>
      <a:endParaRPr lang="ko-KR"/>
    </a:p>
  </c:txPr>
  <c:externalData r:id="rId4">
    <c:autoUpdate val="0"/>
  </c:externalData>
  <c:userShapes r:id="rId5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8925775546155948E-2"/>
          <c:y val="5.8457136649770869E-2"/>
          <c:w val="0.947621803225138"/>
          <c:h val="0.673487220955173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알카 수량</c:v>
                </c:pt>
              </c:strCache>
            </c:strRef>
          </c:tx>
          <c:spPr>
            <a:solidFill>
              <a:srgbClr val="000066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B51-4B95-A831-99FD7539ECAF}"/>
              </c:ext>
            </c:extLst>
          </c:dPt>
          <c:dPt>
            <c:idx val="1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B51-4B95-A831-99FD7539ECAF}"/>
              </c:ext>
            </c:extLst>
          </c:dPt>
          <c:dPt>
            <c:idx val="2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B51-4B95-A831-99FD7539ECAF}"/>
              </c:ext>
            </c:extLst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B51-4B95-A831-99FD7539ECAF}"/>
              </c:ext>
            </c:extLst>
          </c:dPt>
          <c:dPt>
            <c:idx val="4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51-4B95-A831-99FD7539ECAF}"/>
              </c:ext>
            </c:extLst>
          </c:dPt>
          <c:dPt>
            <c:idx val="5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B51-4B95-A831-99FD7539ECAF}"/>
              </c:ext>
            </c:extLst>
          </c:dPt>
          <c:dPt>
            <c:idx val="6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B51-4B95-A831-99FD7539ECAF}"/>
              </c:ext>
            </c:extLst>
          </c:dPt>
          <c:dPt>
            <c:idx val="7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B51-4B95-A831-99FD7539ECAF}"/>
              </c:ext>
            </c:extLst>
          </c:dPt>
          <c:dPt>
            <c:idx val="8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B51-4B95-A831-99FD7539ECAF}"/>
              </c:ext>
            </c:extLst>
          </c:dPt>
          <c:dPt>
            <c:idx val="9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B51-4B95-A831-99FD7539ECAF}"/>
              </c:ext>
            </c:extLst>
          </c:dPt>
          <c:dPt>
            <c:idx val="1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B51-4B95-A831-99FD7539ECAF}"/>
              </c:ext>
            </c:extLst>
          </c:dPt>
          <c:dPt>
            <c:idx val="11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B51-4B95-A831-99FD7539ECAF}"/>
              </c:ext>
            </c:extLst>
          </c:dPt>
          <c:dLbls>
            <c:dLbl>
              <c:idx val="1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5-FB51-4B95-A831-99FD7539ECAF}"/>
                </c:ext>
              </c:extLst>
            </c:dLbl>
            <c:dLbl>
              <c:idx val="1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7-FB51-4B95-A831-99FD7539ECA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Sheet1!$B$1:$M$1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224</c:v>
                </c:pt>
                <c:pt idx="1">
                  <c:v>201</c:v>
                </c:pt>
                <c:pt idx="2">
                  <c:v>216</c:v>
                </c:pt>
                <c:pt idx="3">
                  <c:v>207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FB51-4B95-A831-99FD7539ECA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146669720"/>
        <c:axId val="1146672016"/>
      </c:barChart>
      <c:catAx>
        <c:axId val="1146669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defRPr>
            </a:pPr>
            <a:endParaRPr lang="ko-KR"/>
          </a:p>
        </c:txPr>
        <c:crossAx val="1146672016"/>
        <c:crosses val="autoZero"/>
        <c:auto val="1"/>
        <c:lblAlgn val="ctr"/>
        <c:lblOffset val="100"/>
        <c:noMultiLvlLbl val="0"/>
      </c:catAx>
      <c:valAx>
        <c:axId val="114667201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146669720"/>
        <c:crosses val="autoZero"/>
        <c:crossBetween val="between"/>
      </c:valAx>
      <c:spPr>
        <a:noFill/>
        <a:ln w="31487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627" b="1"/>
      </a:pPr>
      <a:endParaRPr lang="ko-KR"/>
    </a:p>
  </c:txPr>
  <c:externalData r:id="rId4">
    <c:autoUpdate val="0"/>
  </c:externalData>
  <c:userShapes r:id="rId5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5359788146415566E-2"/>
          <c:y val="0.16558857829963855"/>
          <c:w val="0.82928042370716892"/>
          <c:h val="0.548203950656631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000066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576-4057-9C31-645599B3BA49}"/>
              </c:ext>
            </c:extLst>
          </c:dPt>
          <c:dPt>
            <c:idx val="1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576-4057-9C31-645599B3BA49}"/>
              </c:ext>
            </c:extLst>
          </c:dPt>
          <c:dPt>
            <c:idx val="2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576-4057-9C31-645599B3BA49}"/>
              </c:ext>
            </c:extLst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774A-40D7-AAD8-255B2151999F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962820526921022"/>
                      <c:h val="0.1799931910208398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D576-4057-9C31-645599B3BA4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NQ5</c:v>
                </c:pt>
                <c:pt idx="1">
                  <c:v>SP2</c:v>
                </c:pt>
                <c:pt idx="2">
                  <c:v>OV1</c:v>
                </c:pt>
                <c:pt idx="3">
                  <c:v>SP3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20</c:v>
                </c:pt>
                <c:pt idx="2">
                  <c:v>41</c:v>
                </c:pt>
                <c:pt idx="3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576-4057-9C31-645599B3BA4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50"/>
        <c:axId val="1501499632"/>
        <c:axId val="1501497968"/>
      </c:barChart>
      <c:catAx>
        <c:axId val="1501499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50000"/>
                <a:lumOff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t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01497968"/>
        <c:crosses val="autoZero"/>
        <c:auto val="1"/>
        <c:lblAlgn val="ctr"/>
        <c:lblOffset val="100"/>
        <c:noMultiLvlLbl val="0"/>
      </c:catAx>
      <c:valAx>
        <c:axId val="150149796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501499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911838140861675"/>
          <c:y val="5.3714861377433656E-2"/>
          <c:w val="0.77538394816451628"/>
          <c:h val="0.891764274554984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2060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D8B-453C-AB68-0187603579C0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8CD0-40B3-A7E7-537198237451}"/>
              </c:ext>
            </c:extLst>
          </c:dPt>
          <c:dLbls>
            <c:dLbl>
              <c:idx val="0"/>
              <c:layout>
                <c:manualLayout>
                  <c:x val="1.5189189124540587E-2"/>
                  <c:y val="-1.9898896890810425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algn="ctr" rtl="0">
                      <a:defRPr lang="en-US" altLang="ko-KR" sz="1197" b="0" i="0" u="none" strike="noStrike" kern="1200" baseline="0" smtClean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8048031-674C-4A2F-A71E-50D259007D7C}" type="VALUE">
                      <a:rPr lang="en-US" altLang="ko-KR" sz="1197" b="0" i="0" u="none" strike="noStrike" kern="1200" baseline="0" smtClean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+mn-lt"/>
                        <a:ea typeface="+mn-ea"/>
                        <a:cs typeface="+mn-cs"/>
                      </a:rPr>
                      <a:pPr algn="ctr" rtl="0">
                        <a:defRPr lang="en-US" altLang="ko-KR" smtClean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 rtl="0">
                    <a:defRPr lang="en-US" altLang="ko-KR" sz="1197" b="0" i="0" u="none" strike="noStrike" kern="1200" baseline="0" smtClean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 alt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63179372363569386"/>
                      <c:h val="0.2643926214263591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1D8B-453C-AB68-0187603579C0}"/>
                </c:ext>
              </c:extLst>
            </c:dLbl>
            <c:dLbl>
              <c:idx val="1"/>
              <c:layout>
                <c:manualLayout>
                  <c:x val="-2.9666758758600731E-3"/>
                  <c:y val="2.6532384801838844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B5BCB6C3-B1C5-46E3-9D50-09CE7AEE4B86}" type="CELLREF">
                      <a:rPr lang="en-US" altLang="ko-KR" smtClean="0"/>
                      <a:pPr>
                        <a:defRPr/>
                      </a:pPr>
                      <a:t>[CELLREF]</a:t>
                    </a:fld>
                    <a:endParaRPr lang="ko-KR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 alt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54386506259261513"/>
                      <c:h val="0.17153110260257726"/>
                    </c:manualLayout>
                  </c15:layout>
                  <c15:dlblFieldTable>
                    <c15:dlblFTEntry>
                      <c15:txfldGUID>{B5BCB6C3-B1C5-46E3-9D50-09CE7AEE4B86}</c15:txfldGUID>
                      <c15:f>Sheet1!$A$9</c15:f>
                      <c15:dlblFieldTableCache>
                        <c:ptCount val="1"/>
                        <c:pt idx="0">
                          <c:v>106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2-8CD0-40B3-A7E7-53719823745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Sheet1!$A$8:$A$9</c:f>
              <c:numCache>
                <c:formatCode>General</c:formatCode>
                <c:ptCount val="2"/>
                <c:pt idx="0">
                  <c:v>101</c:v>
                </c:pt>
                <c:pt idx="1">
                  <c:v>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D8B-453C-AB68-0187603579C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4"/>
        <c:axId val="1935412432"/>
        <c:axId val="1935397552"/>
      </c:barChart>
      <c:catAx>
        <c:axId val="19354124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935397552"/>
        <c:crosses val="autoZero"/>
        <c:auto val="1"/>
        <c:lblAlgn val="ctr"/>
        <c:lblOffset val="50"/>
        <c:noMultiLvlLbl val="0"/>
      </c:catAx>
      <c:valAx>
        <c:axId val="193539755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935412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528654150218322E-2"/>
          <c:y val="5.3714861377433656E-2"/>
          <c:w val="0.89772840074973037"/>
          <c:h val="0.89176427455498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판매</c:v>
                </c:pt>
              </c:strCache>
            </c:strRef>
          </c:tx>
          <c:spPr>
            <a:solidFill>
              <a:srgbClr val="002060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AE2-4ACE-B99C-1D093D7873A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Sheet1!$B$2:$B$5</c:f>
              <c:strCache>
                <c:ptCount val="4"/>
                <c:pt idx="0">
                  <c:v>ASSY</c:v>
                </c:pt>
                <c:pt idx="1">
                  <c:v>리어몰딩</c:v>
                </c:pt>
                <c:pt idx="2">
                  <c:v>스키드</c:v>
                </c:pt>
                <c:pt idx="3">
                  <c:v>기타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141</c:v>
                </c:pt>
                <c:pt idx="1">
                  <c:v>64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AE2-4ACE-B99C-1D093D7873A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935412432"/>
        <c:axId val="1935397552"/>
      </c:barChart>
      <c:catAx>
        <c:axId val="19354124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935397552"/>
        <c:crosses val="autoZero"/>
        <c:auto val="1"/>
        <c:lblAlgn val="ctr"/>
        <c:lblOffset val="50"/>
        <c:noMultiLvlLbl val="0"/>
      </c:catAx>
      <c:valAx>
        <c:axId val="193539755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935412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8925775546155948E-2"/>
          <c:y val="6.8495921256657447E-2"/>
          <c:w val="0.947621803225138"/>
          <c:h val="0.90364511562057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기아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AAC-4AE6-AB59-207947522072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AAC-4AE6-AB59-207947522072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AAC-4AE6-AB59-207947522072}"/>
              </c:ext>
            </c:extLst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AAC-4AE6-AB59-207947522072}"/>
              </c:ext>
            </c:extLst>
          </c:dPt>
          <c:dPt>
            <c:idx val="4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AAC-4AE6-AB59-207947522072}"/>
              </c:ext>
            </c:extLst>
          </c:dPt>
          <c:dPt>
            <c:idx val="5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1AAC-4AE6-AB59-207947522072}"/>
              </c:ext>
            </c:extLst>
          </c:dPt>
          <c:dPt>
            <c:idx val="6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1AAC-4AE6-AB59-207947522072}"/>
              </c:ext>
            </c:extLst>
          </c:dPt>
          <c:dPt>
            <c:idx val="7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1AAC-4AE6-AB59-207947522072}"/>
              </c:ext>
            </c:extLst>
          </c:dPt>
          <c:dPt>
            <c:idx val="8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1AAC-4AE6-AB59-207947522072}"/>
              </c:ext>
            </c:extLst>
          </c:dPt>
          <c:dPt>
            <c:idx val="9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1AAC-4AE6-AB59-207947522072}"/>
              </c:ext>
            </c:extLst>
          </c:dPt>
          <c:dPt>
            <c:idx val="1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1AAC-4AE6-AB59-207947522072}"/>
              </c:ext>
            </c:extLst>
          </c:dPt>
          <c:dPt>
            <c:idx val="1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1AAC-4AE6-AB59-207947522072}"/>
              </c:ext>
            </c:extLst>
          </c:dPt>
          <c:dLbls>
            <c:dLbl>
              <c:idx val="0"/>
              <c:layout>
                <c:manualLayout>
                  <c:x val="-3.0772896578742714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AAC-4AE6-AB59-20794752207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ASSY</c:v>
                </c:pt>
                <c:pt idx="1">
                  <c:v>단품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93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1AAC-4AE6-AB59-207947522072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캠스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8-1C6F-4958-819E-1FDC84E0AB1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ASSY</c:v>
                </c:pt>
                <c:pt idx="1">
                  <c:v>단품</c:v>
                </c:pt>
              </c:strCache>
            </c:strRef>
          </c:cat>
          <c:val>
            <c:numRef>
              <c:f>Sheet1!$B$3:$C$3</c:f>
              <c:numCache>
                <c:formatCode>General</c:formatCode>
                <c:ptCount val="2"/>
                <c:pt idx="0">
                  <c:v>45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1AAC-4AE6-AB59-207947522072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부영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ASSY</c:v>
                </c:pt>
                <c:pt idx="1">
                  <c:v>단품</c:v>
                </c:pt>
              </c:strCache>
            </c:strRef>
          </c:cat>
          <c:val>
            <c:numRef>
              <c:f>Sheet1!$B$4:$C$4</c:f>
              <c:numCache>
                <c:formatCode>General</c:formatCode>
                <c:ptCount val="2"/>
                <c:pt idx="0">
                  <c:v>3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1AAC-4AE6-AB59-2079475220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8"/>
        <c:axId val="1146669720"/>
        <c:axId val="1146672016"/>
      </c:barChart>
      <c:catAx>
        <c:axId val="11466697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46672016"/>
        <c:crosses val="autoZero"/>
        <c:auto val="1"/>
        <c:lblAlgn val="ctr"/>
        <c:lblOffset val="100"/>
        <c:noMultiLvlLbl val="0"/>
      </c:catAx>
      <c:valAx>
        <c:axId val="114667201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146669720"/>
        <c:crosses val="autoZero"/>
        <c:crossBetween val="between"/>
      </c:valAx>
      <c:spPr>
        <a:noFill/>
        <a:ln w="31487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627" b="1"/>
      </a:pPr>
      <a:endParaRPr lang="ko-KR"/>
    </a:p>
  </c:txPr>
  <c:externalData r:id="rId4">
    <c:autoUpdate val="0"/>
  </c:externalData>
  <c:userShapes r:id="rId5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8925775546155948E-2"/>
          <c:y val="0.17557730469298288"/>
          <c:w val="0.947621803225138"/>
          <c:h val="0.7965636737602933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K1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F5C-48E5-BAB2-C9A9058B8A36}"/>
              </c:ext>
            </c:extLst>
          </c:dPt>
          <c:dPt>
            <c:idx val="1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F5C-48E5-BAB2-C9A9058B8A36}"/>
              </c:ext>
            </c:extLst>
          </c:dPt>
          <c:dPt>
            <c:idx val="2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F5C-48E5-BAB2-C9A9058B8A36}"/>
              </c:ext>
            </c:extLst>
          </c:dPt>
          <c:dPt>
            <c:idx val="3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F5C-48E5-BAB2-C9A9058B8A36}"/>
              </c:ext>
            </c:extLst>
          </c:dPt>
          <c:dPt>
            <c:idx val="4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F5C-48E5-BAB2-C9A9058B8A36}"/>
              </c:ext>
            </c:extLst>
          </c:dPt>
          <c:dPt>
            <c:idx val="5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EF5C-48E5-BAB2-C9A9058B8A36}"/>
              </c:ext>
            </c:extLst>
          </c:dPt>
          <c:dPt>
            <c:idx val="6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EF5C-48E5-BAB2-C9A9058B8A36}"/>
              </c:ext>
            </c:extLst>
          </c:dPt>
          <c:dPt>
            <c:idx val="7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EF5C-48E5-BAB2-C9A9058B8A36}"/>
              </c:ext>
            </c:extLst>
          </c:dPt>
          <c:dPt>
            <c:idx val="8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EF5C-48E5-BAB2-C9A9058B8A36}"/>
              </c:ext>
            </c:extLst>
          </c:dPt>
          <c:dPt>
            <c:idx val="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EF5C-48E5-BAB2-C9A9058B8A36}"/>
              </c:ext>
            </c:extLst>
          </c:dPt>
          <c:dPt>
            <c:idx val="1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EF5C-48E5-BAB2-C9A9058B8A36}"/>
              </c:ext>
            </c:extLst>
          </c:dPt>
          <c:dPt>
            <c:idx val="11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EF5C-48E5-BAB2-C9A9058B8A36}"/>
              </c:ext>
            </c:extLst>
          </c:dPt>
          <c:dLbls>
            <c:dLbl>
              <c:idx val="0"/>
              <c:layout>
                <c:manualLayout>
                  <c:x val="-2.9252966757573489E-3"/>
                  <c:y val="-6.2787202495481594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F5C-48E5-BAB2-C9A9058B8A36}"/>
                </c:ext>
              </c:extLst>
            </c:dLbl>
            <c:dLbl>
              <c:idx val="1"/>
              <c:layout>
                <c:manualLayout>
                  <c:x val="-1.4626483378786775E-2"/>
                  <c:y val="-2.8869654256234262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F5C-48E5-BAB2-C9A9058B8A36}"/>
                </c:ext>
              </c:extLst>
            </c:dLbl>
            <c:dLbl>
              <c:idx val="3"/>
              <c:layout>
                <c:manualLayout>
                  <c:x val="0"/>
                  <c:y val="-5.039125136455640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F5C-48E5-BAB2-C9A9058B8A3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Sheet1!$B$1:$M$1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Sheet1!$B$2:$M$2</c:f>
              <c:numCache>
                <c:formatCode>General</c:formatCode>
                <c:ptCount val="12"/>
                <c:pt idx="0">
                  <c:v>144</c:v>
                </c:pt>
                <c:pt idx="1">
                  <c:v>140</c:v>
                </c:pt>
                <c:pt idx="2">
                  <c:v>126</c:v>
                </c:pt>
                <c:pt idx="3">
                  <c:v>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EF5C-48E5-BAB2-C9A9058B8A36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K2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8.7758900272720507E-3"/>
                  <c:y val="5.7739308512468525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DE46-420C-A079-A9461A3C1BEB}"/>
                </c:ext>
              </c:extLst>
            </c:dLbl>
            <c:dLbl>
              <c:idx val="1"/>
              <c:layout>
                <c:manualLayout>
                  <c:x val="0"/>
                  <c:y val="-5.039125136455643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DE46-420C-A079-A9461A3C1BE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Sheet1!$B$1:$M$1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Sheet1!$B$3:$M$3</c:f>
              <c:numCache>
                <c:formatCode>General</c:formatCode>
                <c:ptCount val="12"/>
                <c:pt idx="0">
                  <c:v>68</c:v>
                </c:pt>
                <c:pt idx="1">
                  <c:v>54</c:v>
                </c:pt>
                <c:pt idx="2">
                  <c:v>83</c:v>
                </c:pt>
                <c:pt idx="3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EF5C-48E5-BAB2-C9A9058B8A36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출하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Sheet1!$B$1:$M$1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Sheet1!$B$4:$M$4</c:f>
              <c:numCache>
                <c:formatCode>General</c:formatCode>
                <c:ptCount val="12"/>
                <c:pt idx="0">
                  <c:v>12</c:v>
                </c:pt>
                <c:pt idx="1">
                  <c:v>7</c:v>
                </c:pt>
                <c:pt idx="2">
                  <c:v>7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B07D-48BF-AB8D-53A8642B004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146669720"/>
        <c:axId val="1146672016"/>
      </c:barChart>
      <c:catAx>
        <c:axId val="11466697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46672016"/>
        <c:crosses val="autoZero"/>
        <c:auto val="1"/>
        <c:lblAlgn val="ctr"/>
        <c:lblOffset val="100"/>
        <c:noMultiLvlLbl val="0"/>
      </c:catAx>
      <c:valAx>
        <c:axId val="114667201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146669720"/>
        <c:crosses val="autoZero"/>
        <c:crossBetween val="between"/>
      </c:valAx>
      <c:spPr>
        <a:noFill/>
        <a:ln w="31487">
          <a:noFill/>
        </a:ln>
        <a:effectLst/>
      </c:spPr>
    </c:plotArea>
    <c:legend>
      <c:legendPos val="r"/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</c:legendEntry>
      <c:layout>
        <c:manualLayout>
          <c:xMode val="edge"/>
          <c:yMode val="edge"/>
          <c:x val="0.7629051651065083"/>
          <c:y val="0.10393443582381512"/>
          <c:w val="0.2307665198643768"/>
          <c:h val="9.59077732083866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627" b="1"/>
      </a:pPr>
      <a:endParaRPr lang="ko-KR"/>
    </a:p>
  </c:txPr>
  <c:externalData r:id="rId4">
    <c:autoUpdate val="0"/>
  </c:externalData>
  <c:userShapes r:id="rId5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8925775546155948E-2"/>
          <c:y val="5.8457136649770869E-2"/>
          <c:w val="0.947621803225138"/>
          <c:h val="0.6734872209551734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기아</c:v>
                </c:pt>
              </c:strCache>
            </c:strRef>
          </c:tx>
          <c:spPr>
            <a:solidFill>
              <a:srgbClr val="000066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B51-4B95-A831-99FD7539ECAF}"/>
              </c:ext>
            </c:extLst>
          </c:dPt>
          <c:dPt>
            <c:idx val="1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B51-4B95-A831-99FD7539ECAF}"/>
              </c:ext>
            </c:extLst>
          </c:dPt>
          <c:dPt>
            <c:idx val="2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B51-4B95-A831-99FD7539ECAF}"/>
              </c:ext>
            </c:extLst>
          </c:dPt>
          <c:dPt>
            <c:idx val="3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B51-4B95-A831-99FD7539ECAF}"/>
              </c:ext>
            </c:extLst>
          </c:dPt>
          <c:dPt>
            <c:idx val="4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B51-4B95-A831-99FD7539ECAF}"/>
              </c:ext>
            </c:extLst>
          </c:dPt>
          <c:dPt>
            <c:idx val="5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B51-4B95-A831-99FD7539ECAF}"/>
              </c:ext>
            </c:extLst>
          </c:dPt>
          <c:dPt>
            <c:idx val="6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B51-4B95-A831-99FD7539ECAF}"/>
              </c:ext>
            </c:extLst>
          </c:dPt>
          <c:dPt>
            <c:idx val="7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B51-4B95-A831-99FD7539ECAF}"/>
              </c:ext>
            </c:extLst>
          </c:dPt>
          <c:dPt>
            <c:idx val="8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B51-4B95-A831-99FD7539ECAF}"/>
              </c:ext>
            </c:extLst>
          </c:dPt>
          <c:dPt>
            <c:idx val="9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B51-4B95-A831-99FD7539ECAF}"/>
              </c:ext>
            </c:extLst>
          </c:dPt>
          <c:dPt>
            <c:idx val="10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B51-4B95-A831-99FD7539ECAF}"/>
              </c:ext>
            </c:extLst>
          </c:dPt>
          <c:dPt>
            <c:idx val="11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B51-4B95-A831-99FD7539ECAF}"/>
              </c:ext>
            </c:extLst>
          </c:dPt>
          <c:dLbls>
            <c:dLbl>
              <c:idx val="1"/>
              <c:layout>
                <c:manualLayout>
                  <c:x val="8.9435110174267042E-18"/>
                  <c:y val="3.01362520191519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B51-4B95-A831-99FD7539ECAF}"/>
                </c:ext>
              </c:extLst>
            </c:dLbl>
            <c:dLbl>
              <c:idx val="2"/>
              <c:layout>
                <c:manualLayout>
                  <c:x val="-1.7887022034853408E-17"/>
                  <c:y val="-3.679746184436420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B51-4B95-A831-99FD7539ECAF}"/>
                </c:ext>
              </c:extLst>
            </c:dLbl>
            <c:dLbl>
              <c:idx val="3"/>
              <c:layout>
                <c:manualLayout>
                  <c:x val="7.8053361457127192E-3"/>
                  <c:y val="2.75980963832730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B51-4B95-A831-99FD7539ECAF}"/>
                </c:ext>
              </c:extLst>
            </c:dLbl>
            <c:dLbl>
              <c:idx val="5"/>
              <c:layout>
                <c:manualLayout>
                  <c:x val="-7.1548088139413633E-17"/>
                  <c:y val="3.67974618443641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B51-4B95-A831-99FD7539ECA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Sheet1!$B$1:$M$1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Sheet1!$B$2:$M$2</c:f>
              <c:numCache>
                <c:formatCode>#,##0_);[Red]\(#,##0\)</c:formatCode>
                <c:ptCount val="12"/>
                <c:pt idx="0">
                  <c:v>7970499</c:v>
                </c:pt>
                <c:pt idx="1">
                  <c:v>4387792</c:v>
                </c:pt>
                <c:pt idx="2">
                  <c:v>9256248</c:v>
                </c:pt>
                <c:pt idx="3">
                  <c:v>7120547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FB51-4B95-A831-99FD7539ECAF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캠스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0.1487747459309105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72E4-4570-BFED-878AF688C576}"/>
                </c:ext>
              </c:extLst>
            </c:dLbl>
            <c:dLbl>
              <c:idx val="1"/>
              <c:layout>
                <c:manualLayout>
                  <c:x val="0"/>
                  <c:y val="-9.70149145617987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72E4-4570-BFED-878AF688C576}"/>
                </c:ext>
              </c:extLst>
            </c:dLbl>
            <c:dLbl>
              <c:idx val="2"/>
              <c:layout>
                <c:manualLayout>
                  <c:x val="0"/>
                  <c:y val="-0.1443337633039930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72E4-4570-BFED-878AF688C576}"/>
                </c:ext>
              </c:extLst>
            </c:dLbl>
            <c:dLbl>
              <c:idx val="3"/>
              <c:layout>
                <c:manualLayout>
                  <c:x val="7.8053361457127192E-3"/>
                  <c:y val="-9.19936546109103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D585-4DE7-95E3-84E56853A54E}"/>
                </c:ext>
              </c:extLst>
            </c:dLbl>
            <c:dLbl>
              <c:idx val="5"/>
              <c:layout>
                <c:manualLayout>
                  <c:x val="-7.1548088139413633E-17"/>
                  <c:y val="2.75980963832730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907A-4F03-83F9-6991A04B317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Sheet1!$B$1:$M$1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Sheet1!$B$3:$M$3</c:f>
              <c:numCache>
                <c:formatCode>#,##0_);[Red]\(#,##0\)</c:formatCode>
                <c:ptCount val="12"/>
                <c:pt idx="0">
                  <c:v>4206050</c:v>
                </c:pt>
                <c:pt idx="1">
                  <c:v>4112530</c:v>
                </c:pt>
                <c:pt idx="2">
                  <c:v>4250417</c:v>
                </c:pt>
                <c:pt idx="3">
                  <c:v>3899123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72E4-4570-BFED-878AF688C5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1146669720"/>
        <c:axId val="1146672016"/>
      </c:barChart>
      <c:catAx>
        <c:axId val="1146669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defRPr>
            </a:pPr>
            <a:endParaRPr lang="ko-KR"/>
          </a:p>
        </c:txPr>
        <c:crossAx val="1146672016"/>
        <c:crosses val="autoZero"/>
        <c:auto val="1"/>
        <c:lblAlgn val="ctr"/>
        <c:lblOffset val="100"/>
        <c:noMultiLvlLbl val="0"/>
      </c:catAx>
      <c:valAx>
        <c:axId val="1146672016"/>
        <c:scaling>
          <c:orientation val="minMax"/>
        </c:scaling>
        <c:delete val="1"/>
        <c:axPos val="l"/>
        <c:numFmt formatCode="#,##0_);[Red]\(#,##0\)" sourceLinked="1"/>
        <c:majorTickMark val="out"/>
        <c:minorTickMark val="none"/>
        <c:tickLblPos val="nextTo"/>
        <c:crossAx val="1146669720"/>
        <c:crosses val="autoZero"/>
        <c:crossBetween val="between"/>
      </c:valAx>
      <c:spPr>
        <a:noFill/>
        <a:ln w="31487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627" b="1"/>
      </a:pPr>
      <a:endParaRPr lang="ko-KR"/>
    </a:p>
  </c:txPr>
  <c:externalData r:id="rId4">
    <c:autoUpdate val="0"/>
  </c:externalData>
  <c:userShapes r:id="rId5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5359788146415566E-2"/>
          <c:y val="0.16558857829963855"/>
          <c:w val="0.82928042370716892"/>
          <c:h val="0.548203950656631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000066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576-4057-9C31-645599B3BA49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576-4057-9C31-645599B3BA49}"/>
              </c:ext>
            </c:extLst>
          </c:dPt>
          <c:dPt>
            <c:idx val="2"/>
            <c:invertIfNegative val="0"/>
            <c:bubble3D val="0"/>
            <c:spPr>
              <a:solidFill>
                <a:srgbClr val="0000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576-4057-9C31-645599B3BA49}"/>
              </c:ext>
            </c:extLst>
          </c:dPt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962820526921022"/>
                      <c:h val="0.4085438201270526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D576-4057-9C31-645599B3BA49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186822452862699"/>
                      <c:h val="0.1799931910208398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D576-4057-9C31-645599B3BA49}"/>
                </c:ext>
              </c:extLst>
            </c:dLbl>
            <c:dLbl>
              <c:idx val="2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634826304746049"/>
                      <c:h val="0.4085438201270526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D576-4057-9C31-645599B3BA4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NQ5</c:v>
                </c:pt>
                <c:pt idx="1">
                  <c:v>SP2</c:v>
                </c:pt>
                <c:pt idx="2">
                  <c:v>OV1</c:v>
                </c:pt>
                <c:pt idx="3">
                  <c:v>SP3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274</c:v>
                </c:pt>
                <c:pt idx="1">
                  <c:v>265</c:v>
                </c:pt>
                <c:pt idx="2">
                  <c:v>119</c:v>
                </c:pt>
                <c:pt idx="3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576-4057-9C31-645599B3BA4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50"/>
        <c:axId val="1501499632"/>
        <c:axId val="1501497968"/>
      </c:barChart>
      <c:catAx>
        <c:axId val="1501499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50000"/>
                <a:lumOff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t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01497968"/>
        <c:crosses val="autoZero"/>
        <c:auto val="1"/>
        <c:lblAlgn val="ctr"/>
        <c:lblOffset val="100"/>
        <c:noMultiLvlLbl val="0"/>
      </c:catAx>
      <c:valAx>
        <c:axId val="150149796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501499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0.841</cdr:x>
      <cdr:y>0</cdr:y>
    </cdr:from>
    <cdr:to>
      <cdr:x>0.84125</cdr:x>
      <cdr:y>0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7832725" y="-933450"/>
          <a:ext cx="914400" cy="2143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/>
        <a:p xmlns:a="http://schemas.openxmlformats.org/drawingml/2006/main">
          <a:pPr algn="r"/>
          <a:r>
            <a:rPr lang="ko-KR" altLang="en-US" sz="1050" dirty="0">
              <a:latin typeface="HY헤드라인M" pitchFamily="18" charset="-127"/>
              <a:ea typeface="HY헤드라인M" pitchFamily="18" charset="-127"/>
            </a:rPr>
            <a:t>                 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0.841</cdr:x>
      <cdr:y>0</cdr:y>
    </cdr:from>
    <cdr:to>
      <cdr:x>0.84125</cdr:x>
      <cdr:y>0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7832725" y="-933450"/>
          <a:ext cx="914400" cy="2143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/>
        <a:p xmlns:a="http://schemas.openxmlformats.org/drawingml/2006/main">
          <a:pPr algn="r"/>
          <a:r>
            <a:rPr lang="ko-KR" altLang="en-US" sz="1050" dirty="0">
              <a:latin typeface="HY헤드라인M" pitchFamily="18" charset="-127"/>
              <a:ea typeface="HY헤드라인M" pitchFamily="18" charset="-127"/>
            </a:rPr>
            <a:t>                 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0.841</cdr:x>
      <cdr:y>0</cdr:y>
    </cdr:from>
    <cdr:to>
      <cdr:x>0.84125</cdr:x>
      <cdr:y>0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7832725" y="-933450"/>
          <a:ext cx="914400" cy="2143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/>
        <a:p xmlns:a="http://schemas.openxmlformats.org/drawingml/2006/main">
          <a:pPr algn="r"/>
          <a:r>
            <a:rPr lang="ko-KR" altLang="en-US" sz="1050" dirty="0">
              <a:latin typeface="HY헤드라인M" pitchFamily="18" charset="-127"/>
              <a:ea typeface="HY헤드라인M" pitchFamily="18" charset="-127"/>
            </a:rPr>
            <a:t>                 </a:t>
          </a: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0.841</cdr:x>
      <cdr:y>0</cdr:y>
    </cdr:from>
    <cdr:to>
      <cdr:x>0.84125</cdr:x>
      <cdr:y>0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7832725" y="-933450"/>
          <a:ext cx="914400" cy="2143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/>
        <a:p xmlns:a="http://schemas.openxmlformats.org/drawingml/2006/main">
          <a:pPr algn="r"/>
          <a:r>
            <a:rPr lang="ko-KR" altLang="en-US" sz="1050" dirty="0">
              <a:latin typeface="HY헤드라인M" pitchFamily="18" charset="-127"/>
              <a:ea typeface="HY헤드라인M" pitchFamily="18" charset="-127"/>
            </a:rPr>
            <a:t>               </a:t>
          </a: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0.841</cdr:x>
      <cdr:y>0</cdr:y>
    </cdr:from>
    <cdr:to>
      <cdr:x>0.84125</cdr:x>
      <cdr:y>0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7832725" y="-933450"/>
          <a:ext cx="914400" cy="2143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/>
        <a:p xmlns:a="http://schemas.openxmlformats.org/drawingml/2006/main">
          <a:pPr algn="r"/>
          <a:r>
            <a:rPr lang="ko-KR" altLang="en-US" sz="1050" dirty="0">
              <a:latin typeface="HY헤드라인M" pitchFamily="18" charset="-127"/>
              <a:ea typeface="HY헤드라인M" pitchFamily="18" charset="-127"/>
            </a:rPr>
            <a:t>                 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37EABF0-0FCF-C8F2-788E-95EB75F1A65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253" tIns="46127" rIns="92253" bIns="46127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51ABA52-E491-5901-80BF-66BE9D1B87B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253" tIns="46127" rIns="92253" bIns="46127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047EBB58-A77D-BDBE-F44C-584DCA577F8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2788" y="744538"/>
            <a:ext cx="537527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6ED1BFF4-9450-840A-4F06-F04C7289AC4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7863" y="4714875"/>
            <a:ext cx="5441950" cy="446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253" tIns="46127" rIns="92253" bIns="4612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04F83321-9ED5-586C-E9B8-A4FB2909B0F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6575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253" tIns="46127" rIns="92253" bIns="46127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408BE5A8-2B93-2378-5882-1837B6E1B7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6575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253" tIns="46127" rIns="92253" bIns="46127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AA7F1B41-9B5B-4EF6-B614-7CBA7F3DBEC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5613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2813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0013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7213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5744" algn="l" defTabSz="914298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93" algn="l" defTabSz="914298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41" algn="l" defTabSz="914298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91" algn="l" defTabSz="914298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>
            <a:extLst>
              <a:ext uri="{FF2B5EF4-FFF2-40B4-BE49-F238E27FC236}">
                <a16:creationId xmlns:a16="http://schemas.microsoft.com/office/drawing/2014/main" id="{6034CFFA-EC77-12C6-C69F-FF8B9D1016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>
            <a:extLst>
              <a:ext uri="{FF2B5EF4-FFF2-40B4-BE49-F238E27FC236}">
                <a16:creationId xmlns:a16="http://schemas.microsoft.com/office/drawing/2014/main" id="{68CB27B0-5886-504C-F5DD-89A7A8845B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7652" name="슬라이드 번호 개체 틀 3">
            <a:extLst>
              <a:ext uri="{FF2B5EF4-FFF2-40B4-BE49-F238E27FC236}">
                <a16:creationId xmlns:a16="http://schemas.microsoft.com/office/drawing/2014/main" id="{23FDC408-7A11-C21F-0B40-7C39C2CB19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43B579D7-9121-49F8-BADF-48E1CB868849}" type="slidenum">
              <a:rPr kumimoji="0" lang="ko-KR" altLang="en-US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1</a:t>
            </a:fld>
            <a:endParaRPr kumimoji="0" lang="ko-KR" altLang="en-US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9C3D9-CC21-90A3-EE40-F13264512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슬라이드 이미지 개체 틀 1">
            <a:extLst>
              <a:ext uri="{FF2B5EF4-FFF2-40B4-BE49-F238E27FC236}">
                <a16:creationId xmlns:a16="http://schemas.microsoft.com/office/drawing/2014/main" id="{E051BDCD-717C-8385-0E7D-0FC206B946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슬라이드 노트 개체 틀 2">
            <a:extLst>
              <a:ext uri="{FF2B5EF4-FFF2-40B4-BE49-F238E27FC236}">
                <a16:creationId xmlns:a16="http://schemas.microsoft.com/office/drawing/2014/main" id="{A33053DB-DBED-90A6-DAA8-74F84EC829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00" name="슬라이드 번호 개체 틀 3">
            <a:extLst>
              <a:ext uri="{FF2B5EF4-FFF2-40B4-BE49-F238E27FC236}">
                <a16:creationId xmlns:a16="http://schemas.microsoft.com/office/drawing/2014/main" id="{CB9333CE-31BB-BC15-92A0-8FE80AA22A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DA04637-130A-4981-A455-302FE8BC2F7D}" type="slidenum">
              <a:rPr kumimoji="0" lang="ko-KR" altLang="en-US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2</a:t>
            </a:fld>
            <a:endParaRPr kumimoji="0" lang="ko-KR" altLang="en-US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462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5F10D-D7BB-2D88-42BB-507FFFE39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슬라이드 이미지 개체 틀 1">
            <a:extLst>
              <a:ext uri="{FF2B5EF4-FFF2-40B4-BE49-F238E27FC236}">
                <a16:creationId xmlns:a16="http://schemas.microsoft.com/office/drawing/2014/main" id="{E9FFB301-7E1E-B6EC-4FF3-2C8BB1F8B2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슬라이드 노트 개체 틀 2">
            <a:extLst>
              <a:ext uri="{FF2B5EF4-FFF2-40B4-BE49-F238E27FC236}">
                <a16:creationId xmlns:a16="http://schemas.microsoft.com/office/drawing/2014/main" id="{FA313138-F30A-456E-56AF-CEEC9D9D53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00" name="슬라이드 번호 개체 틀 3">
            <a:extLst>
              <a:ext uri="{FF2B5EF4-FFF2-40B4-BE49-F238E27FC236}">
                <a16:creationId xmlns:a16="http://schemas.microsoft.com/office/drawing/2014/main" id="{A1A699F7-5AE1-5A6D-E0A1-44913212AD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DA04637-130A-4981-A455-302FE8BC2F7D}" type="slidenum">
              <a:rPr kumimoji="0" lang="ko-KR" altLang="en-US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3</a:t>
            </a:fld>
            <a:endParaRPr kumimoji="0" lang="ko-KR" altLang="en-US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4185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C5225-2E3B-4604-BB32-A87069D92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슬라이드 이미지 개체 틀 1">
            <a:extLst>
              <a:ext uri="{FF2B5EF4-FFF2-40B4-BE49-F238E27FC236}">
                <a16:creationId xmlns:a16="http://schemas.microsoft.com/office/drawing/2014/main" id="{AFA04536-4E96-5815-6E2E-7A04B5A3CE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슬라이드 노트 개체 틀 2">
            <a:extLst>
              <a:ext uri="{FF2B5EF4-FFF2-40B4-BE49-F238E27FC236}">
                <a16:creationId xmlns:a16="http://schemas.microsoft.com/office/drawing/2014/main" id="{9D89E018-4C3F-DA1D-73F7-DCB8A63C81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00" name="슬라이드 번호 개체 틀 3">
            <a:extLst>
              <a:ext uri="{FF2B5EF4-FFF2-40B4-BE49-F238E27FC236}">
                <a16:creationId xmlns:a16="http://schemas.microsoft.com/office/drawing/2014/main" id="{0CC2D8BF-164E-EB99-83ED-FC893BE46B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DA04637-130A-4981-A455-302FE8BC2F7D}" type="slidenum">
              <a:rPr kumimoji="0" lang="ko-KR" altLang="en-US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4</a:t>
            </a:fld>
            <a:endParaRPr kumimoji="0" lang="ko-KR" altLang="en-US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6815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92942-4764-9DBC-BC9F-6D1C0C04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슬라이드 이미지 개체 틀 1">
            <a:extLst>
              <a:ext uri="{FF2B5EF4-FFF2-40B4-BE49-F238E27FC236}">
                <a16:creationId xmlns:a16="http://schemas.microsoft.com/office/drawing/2014/main" id="{78D8EE1E-75F9-C3FD-420C-CF2DE7B1A2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슬라이드 노트 개체 틀 2">
            <a:extLst>
              <a:ext uri="{FF2B5EF4-FFF2-40B4-BE49-F238E27FC236}">
                <a16:creationId xmlns:a16="http://schemas.microsoft.com/office/drawing/2014/main" id="{CC61B33D-8906-ED95-9563-279C5DE2BC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00" name="슬라이드 번호 개체 틀 3">
            <a:extLst>
              <a:ext uri="{FF2B5EF4-FFF2-40B4-BE49-F238E27FC236}">
                <a16:creationId xmlns:a16="http://schemas.microsoft.com/office/drawing/2014/main" id="{2211E004-DF2E-02C2-CAF8-8F46BD35E6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DA04637-130A-4981-A455-302FE8BC2F7D}" type="slidenum">
              <a:rPr kumimoji="0" lang="ko-KR" altLang="en-US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5</a:t>
            </a:fld>
            <a:endParaRPr kumimoji="0" lang="ko-KR" altLang="en-US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011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1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48" indent="0" algn="ctr">
              <a:buNone/>
              <a:defRPr/>
            </a:lvl2pPr>
            <a:lvl3pPr marL="914298" indent="0" algn="ctr">
              <a:buNone/>
              <a:defRPr/>
            </a:lvl3pPr>
            <a:lvl4pPr marL="1371446" indent="0" algn="ctr">
              <a:buNone/>
              <a:defRPr/>
            </a:lvl4pPr>
            <a:lvl5pPr marL="1828595" indent="0" algn="ctr">
              <a:buNone/>
              <a:defRPr/>
            </a:lvl5pPr>
            <a:lvl6pPr marL="2285744" indent="0" algn="ctr">
              <a:buNone/>
              <a:defRPr/>
            </a:lvl6pPr>
            <a:lvl7pPr marL="2742893" indent="0" algn="ctr">
              <a:buNone/>
              <a:defRPr/>
            </a:lvl7pPr>
            <a:lvl8pPr marL="3200041" indent="0" algn="ctr">
              <a:buNone/>
              <a:defRPr/>
            </a:lvl8pPr>
            <a:lvl9pPr marL="3657191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0F288E-4525-79B8-EDA0-549A36D51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11EB34-1E74-6BB2-1FD6-5A64BFB3B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66493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C47A48-A5DC-F89D-A8FF-D27DB3313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B8D17F-E0C6-158F-7AA5-EF338206F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25185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4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48" indent="0">
              <a:buNone/>
              <a:defRPr sz="1800"/>
            </a:lvl2pPr>
            <a:lvl3pPr marL="914298" indent="0">
              <a:buNone/>
              <a:defRPr sz="1600"/>
            </a:lvl3pPr>
            <a:lvl4pPr marL="1371446" indent="0">
              <a:buNone/>
              <a:defRPr sz="1400"/>
            </a:lvl4pPr>
            <a:lvl5pPr marL="1828595" indent="0">
              <a:buNone/>
              <a:defRPr sz="1400"/>
            </a:lvl5pPr>
            <a:lvl6pPr marL="2285744" indent="0">
              <a:buNone/>
              <a:defRPr sz="1400"/>
            </a:lvl6pPr>
            <a:lvl7pPr marL="2742893" indent="0">
              <a:buNone/>
              <a:defRPr sz="1400"/>
            </a:lvl7pPr>
            <a:lvl8pPr marL="3200041" indent="0">
              <a:buNone/>
              <a:defRPr sz="1400"/>
            </a:lvl8pPr>
            <a:lvl9pPr marL="3657191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09322B-2200-61F2-474B-FB323B6E1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2CBB17-39CD-3FF0-BFE9-8647969D6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43687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42950" y="1981200"/>
            <a:ext cx="413385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981200"/>
            <a:ext cx="413385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447F60-8470-1A34-E389-17C2A8A39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A9387E-8D9E-BE8C-806B-A5339EA1E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47828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8" indent="0">
              <a:buNone/>
              <a:defRPr sz="2000" b="1"/>
            </a:lvl2pPr>
            <a:lvl3pPr marL="914298" indent="0">
              <a:buNone/>
              <a:defRPr sz="1800" b="1"/>
            </a:lvl3pPr>
            <a:lvl4pPr marL="1371446" indent="0">
              <a:buNone/>
              <a:defRPr sz="1600" b="1"/>
            </a:lvl4pPr>
            <a:lvl5pPr marL="1828595" indent="0">
              <a:buNone/>
              <a:defRPr sz="1600" b="1"/>
            </a:lvl5pPr>
            <a:lvl6pPr marL="2285744" indent="0">
              <a:buNone/>
              <a:defRPr sz="1600" b="1"/>
            </a:lvl6pPr>
            <a:lvl7pPr marL="2742893" indent="0">
              <a:buNone/>
              <a:defRPr sz="1600" b="1"/>
            </a:lvl7pPr>
            <a:lvl8pPr marL="3200041" indent="0">
              <a:buNone/>
              <a:defRPr sz="1600" b="1"/>
            </a:lvl8pPr>
            <a:lvl9pPr marL="3657191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6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6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8" indent="0">
              <a:buNone/>
              <a:defRPr sz="2000" b="1"/>
            </a:lvl2pPr>
            <a:lvl3pPr marL="914298" indent="0">
              <a:buNone/>
              <a:defRPr sz="1800" b="1"/>
            </a:lvl3pPr>
            <a:lvl4pPr marL="1371446" indent="0">
              <a:buNone/>
              <a:defRPr sz="1600" b="1"/>
            </a:lvl4pPr>
            <a:lvl5pPr marL="1828595" indent="0">
              <a:buNone/>
              <a:defRPr sz="1600" b="1"/>
            </a:lvl5pPr>
            <a:lvl6pPr marL="2285744" indent="0">
              <a:buNone/>
              <a:defRPr sz="1600" b="1"/>
            </a:lvl6pPr>
            <a:lvl7pPr marL="2742893" indent="0">
              <a:buNone/>
              <a:defRPr sz="1600" b="1"/>
            </a:lvl7pPr>
            <a:lvl8pPr marL="3200041" indent="0">
              <a:buNone/>
              <a:defRPr sz="1600" b="1"/>
            </a:lvl8pPr>
            <a:lvl9pPr marL="3657191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6" y="2174876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897C4D-E2CA-AE75-5C16-DFA11D69D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83ACBD4-E1E5-3A49-6E54-9AF00EE22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3263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7C09BA-23E1-DBCD-E110-F8D6E8182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3825B34-2A81-0F23-676D-8C0CC6B8D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4635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1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48" indent="0">
              <a:buNone/>
              <a:defRPr sz="1200"/>
            </a:lvl2pPr>
            <a:lvl3pPr marL="914298" indent="0">
              <a:buNone/>
              <a:defRPr sz="1000"/>
            </a:lvl3pPr>
            <a:lvl4pPr marL="1371446" indent="0">
              <a:buNone/>
              <a:defRPr sz="900"/>
            </a:lvl4pPr>
            <a:lvl5pPr marL="1828595" indent="0">
              <a:buNone/>
              <a:defRPr sz="900"/>
            </a:lvl5pPr>
            <a:lvl6pPr marL="2285744" indent="0">
              <a:buNone/>
              <a:defRPr sz="900"/>
            </a:lvl6pPr>
            <a:lvl7pPr marL="2742893" indent="0">
              <a:buNone/>
              <a:defRPr sz="900"/>
            </a:lvl7pPr>
            <a:lvl8pPr marL="3200041" indent="0">
              <a:buNone/>
              <a:defRPr sz="900"/>
            </a:lvl8pPr>
            <a:lvl9pPr marL="3657191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F955F4-37DD-2E6F-6CC4-563CAF935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C7ECFE-E79E-CF68-EFDC-6A3C7484B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76420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91295" tIns="45648" rIns="91295" bIns="45648"/>
          <a:lstStyle>
            <a:lvl1pPr marL="0" indent="0">
              <a:buNone/>
              <a:defRPr sz="3200"/>
            </a:lvl1pPr>
            <a:lvl2pPr marL="457148" indent="0">
              <a:buNone/>
              <a:defRPr sz="2800"/>
            </a:lvl2pPr>
            <a:lvl3pPr marL="914298" indent="0">
              <a:buNone/>
              <a:defRPr sz="2400"/>
            </a:lvl3pPr>
            <a:lvl4pPr marL="1371446" indent="0">
              <a:buNone/>
              <a:defRPr sz="2000"/>
            </a:lvl4pPr>
            <a:lvl5pPr marL="1828595" indent="0">
              <a:buNone/>
              <a:defRPr sz="2000"/>
            </a:lvl5pPr>
            <a:lvl6pPr marL="2285744" indent="0">
              <a:buNone/>
              <a:defRPr sz="2000"/>
            </a:lvl6pPr>
            <a:lvl7pPr marL="2742893" indent="0">
              <a:buNone/>
              <a:defRPr sz="2000"/>
            </a:lvl7pPr>
            <a:lvl8pPr marL="3200041" indent="0">
              <a:buNone/>
              <a:defRPr sz="2000"/>
            </a:lvl8pPr>
            <a:lvl9pPr marL="3657191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9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48" indent="0">
              <a:buNone/>
              <a:defRPr sz="1200"/>
            </a:lvl2pPr>
            <a:lvl3pPr marL="914298" indent="0">
              <a:buNone/>
              <a:defRPr sz="1000"/>
            </a:lvl3pPr>
            <a:lvl4pPr marL="1371446" indent="0">
              <a:buNone/>
              <a:defRPr sz="900"/>
            </a:lvl4pPr>
            <a:lvl5pPr marL="1828595" indent="0">
              <a:buNone/>
              <a:defRPr sz="900"/>
            </a:lvl5pPr>
            <a:lvl6pPr marL="2285744" indent="0">
              <a:buNone/>
              <a:defRPr sz="900"/>
            </a:lvl6pPr>
            <a:lvl7pPr marL="2742893" indent="0">
              <a:buNone/>
              <a:defRPr sz="900"/>
            </a:lvl7pPr>
            <a:lvl8pPr marL="3200041" indent="0">
              <a:buNone/>
              <a:defRPr sz="900"/>
            </a:lvl8pPr>
            <a:lvl9pPr marL="3657191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D129F9-35E4-1E0F-2A06-7061BB3E9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1512BC-291A-26C1-F82D-A812762CB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35328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96FA5D-2A51-51C6-EC47-C860795DE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5FDAC4-5665-F25E-ADE3-42A5CC3E7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64888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58025" y="609600"/>
            <a:ext cx="2105025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42951" y="609600"/>
            <a:ext cx="6162675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AF5FD0-DB06-F758-C0D7-0EA043F81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9B3776-1C7D-DD29-08BF-81DF557E7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98632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1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48" indent="0" algn="ctr">
              <a:buNone/>
              <a:defRPr/>
            </a:lvl2pPr>
            <a:lvl3pPr marL="914298" indent="0" algn="ctr">
              <a:buNone/>
              <a:defRPr/>
            </a:lvl3pPr>
            <a:lvl4pPr marL="1371446" indent="0" algn="ctr">
              <a:buNone/>
              <a:defRPr/>
            </a:lvl4pPr>
            <a:lvl5pPr marL="1828595" indent="0" algn="ctr">
              <a:buNone/>
              <a:defRPr/>
            </a:lvl5pPr>
            <a:lvl6pPr marL="2285744" indent="0" algn="ctr">
              <a:buNone/>
              <a:defRPr/>
            </a:lvl6pPr>
            <a:lvl7pPr marL="2742893" indent="0" algn="ctr">
              <a:buNone/>
              <a:defRPr/>
            </a:lvl7pPr>
            <a:lvl8pPr marL="3200041" indent="0" algn="ctr">
              <a:buNone/>
              <a:defRPr/>
            </a:lvl8pPr>
            <a:lvl9pPr marL="3657191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D4B93E-9B30-A2F8-44BF-E4424F1BC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DF0423-FDDA-69CE-2D9F-738DF0EEF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39408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79873E-C7F3-2B8D-A85D-0BEF5A4B5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1D2688-32C7-4F38-9145-9D46D50A7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50930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4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48" indent="0">
              <a:buNone/>
              <a:defRPr sz="1800"/>
            </a:lvl2pPr>
            <a:lvl3pPr marL="914298" indent="0">
              <a:buNone/>
              <a:defRPr sz="1600"/>
            </a:lvl3pPr>
            <a:lvl4pPr marL="1371446" indent="0">
              <a:buNone/>
              <a:defRPr sz="1400"/>
            </a:lvl4pPr>
            <a:lvl5pPr marL="1828595" indent="0">
              <a:buNone/>
              <a:defRPr sz="1400"/>
            </a:lvl5pPr>
            <a:lvl6pPr marL="2285744" indent="0">
              <a:buNone/>
              <a:defRPr sz="1400"/>
            </a:lvl6pPr>
            <a:lvl7pPr marL="2742893" indent="0">
              <a:buNone/>
              <a:defRPr sz="1400"/>
            </a:lvl7pPr>
            <a:lvl8pPr marL="3200041" indent="0">
              <a:buNone/>
              <a:defRPr sz="1400"/>
            </a:lvl8pPr>
            <a:lvl9pPr marL="3657191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184F1B-80EB-11CD-D595-4C2216CB5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510AD4-38E0-E74F-D356-9E7FAC8CF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41016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42950" y="1981200"/>
            <a:ext cx="413385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981200"/>
            <a:ext cx="413385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FDE537-C0B4-B1B6-BC8F-75013917F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524E8E-2288-EF85-E725-27112C0D5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75841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8" indent="0">
              <a:buNone/>
              <a:defRPr sz="2000" b="1"/>
            </a:lvl2pPr>
            <a:lvl3pPr marL="914298" indent="0">
              <a:buNone/>
              <a:defRPr sz="1800" b="1"/>
            </a:lvl3pPr>
            <a:lvl4pPr marL="1371446" indent="0">
              <a:buNone/>
              <a:defRPr sz="1600" b="1"/>
            </a:lvl4pPr>
            <a:lvl5pPr marL="1828595" indent="0">
              <a:buNone/>
              <a:defRPr sz="1600" b="1"/>
            </a:lvl5pPr>
            <a:lvl6pPr marL="2285744" indent="0">
              <a:buNone/>
              <a:defRPr sz="1600" b="1"/>
            </a:lvl6pPr>
            <a:lvl7pPr marL="2742893" indent="0">
              <a:buNone/>
              <a:defRPr sz="1600" b="1"/>
            </a:lvl7pPr>
            <a:lvl8pPr marL="3200041" indent="0">
              <a:buNone/>
              <a:defRPr sz="1600" b="1"/>
            </a:lvl8pPr>
            <a:lvl9pPr marL="3657191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6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6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8" indent="0">
              <a:buNone/>
              <a:defRPr sz="2000" b="1"/>
            </a:lvl2pPr>
            <a:lvl3pPr marL="914298" indent="0">
              <a:buNone/>
              <a:defRPr sz="1800" b="1"/>
            </a:lvl3pPr>
            <a:lvl4pPr marL="1371446" indent="0">
              <a:buNone/>
              <a:defRPr sz="1600" b="1"/>
            </a:lvl4pPr>
            <a:lvl5pPr marL="1828595" indent="0">
              <a:buNone/>
              <a:defRPr sz="1600" b="1"/>
            </a:lvl5pPr>
            <a:lvl6pPr marL="2285744" indent="0">
              <a:buNone/>
              <a:defRPr sz="1600" b="1"/>
            </a:lvl6pPr>
            <a:lvl7pPr marL="2742893" indent="0">
              <a:buNone/>
              <a:defRPr sz="1600" b="1"/>
            </a:lvl7pPr>
            <a:lvl8pPr marL="3200041" indent="0">
              <a:buNone/>
              <a:defRPr sz="1600" b="1"/>
            </a:lvl8pPr>
            <a:lvl9pPr marL="3657191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6" y="2174876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42E1243-EA50-D07C-96A8-887EC4C51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AE2494-4B20-E255-F1D1-AF8A203A6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731981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D46FF1-04F0-7BC9-43E8-A03322335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D84653-8A8E-7073-C428-E5287A3B1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427416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1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48" indent="0">
              <a:buNone/>
              <a:defRPr sz="1200"/>
            </a:lvl2pPr>
            <a:lvl3pPr marL="914298" indent="0">
              <a:buNone/>
              <a:defRPr sz="1000"/>
            </a:lvl3pPr>
            <a:lvl4pPr marL="1371446" indent="0">
              <a:buNone/>
              <a:defRPr sz="900"/>
            </a:lvl4pPr>
            <a:lvl5pPr marL="1828595" indent="0">
              <a:buNone/>
              <a:defRPr sz="900"/>
            </a:lvl5pPr>
            <a:lvl6pPr marL="2285744" indent="0">
              <a:buNone/>
              <a:defRPr sz="900"/>
            </a:lvl6pPr>
            <a:lvl7pPr marL="2742893" indent="0">
              <a:buNone/>
              <a:defRPr sz="900"/>
            </a:lvl7pPr>
            <a:lvl8pPr marL="3200041" indent="0">
              <a:buNone/>
              <a:defRPr sz="900"/>
            </a:lvl8pPr>
            <a:lvl9pPr marL="3657191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0AA580-1E65-DA1B-46BB-725E4CC8F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20008F-6551-A83D-E4F3-8BBA7131A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648180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91295" tIns="45648" rIns="91295" bIns="45648"/>
          <a:lstStyle>
            <a:lvl1pPr marL="0" indent="0">
              <a:buNone/>
              <a:defRPr sz="3200"/>
            </a:lvl1pPr>
            <a:lvl2pPr marL="457148" indent="0">
              <a:buNone/>
              <a:defRPr sz="2800"/>
            </a:lvl2pPr>
            <a:lvl3pPr marL="914298" indent="0">
              <a:buNone/>
              <a:defRPr sz="2400"/>
            </a:lvl3pPr>
            <a:lvl4pPr marL="1371446" indent="0">
              <a:buNone/>
              <a:defRPr sz="2000"/>
            </a:lvl4pPr>
            <a:lvl5pPr marL="1828595" indent="0">
              <a:buNone/>
              <a:defRPr sz="2000"/>
            </a:lvl5pPr>
            <a:lvl6pPr marL="2285744" indent="0">
              <a:buNone/>
              <a:defRPr sz="2000"/>
            </a:lvl6pPr>
            <a:lvl7pPr marL="2742893" indent="0">
              <a:buNone/>
              <a:defRPr sz="2000"/>
            </a:lvl7pPr>
            <a:lvl8pPr marL="3200041" indent="0">
              <a:buNone/>
              <a:defRPr sz="2000"/>
            </a:lvl8pPr>
            <a:lvl9pPr marL="3657191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9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48" indent="0">
              <a:buNone/>
              <a:defRPr sz="1200"/>
            </a:lvl2pPr>
            <a:lvl3pPr marL="914298" indent="0">
              <a:buNone/>
              <a:defRPr sz="1000"/>
            </a:lvl3pPr>
            <a:lvl4pPr marL="1371446" indent="0">
              <a:buNone/>
              <a:defRPr sz="900"/>
            </a:lvl4pPr>
            <a:lvl5pPr marL="1828595" indent="0">
              <a:buNone/>
              <a:defRPr sz="900"/>
            </a:lvl5pPr>
            <a:lvl6pPr marL="2285744" indent="0">
              <a:buNone/>
              <a:defRPr sz="900"/>
            </a:lvl6pPr>
            <a:lvl7pPr marL="2742893" indent="0">
              <a:buNone/>
              <a:defRPr sz="900"/>
            </a:lvl7pPr>
            <a:lvl8pPr marL="3200041" indent="0">
              <a:buNone/>
              <a:defRPr sz="900"/>
            </a:lvl8pPr>
            <a:lvl9pPr marL="3657191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AD40E7-644C-2230-D64B-393A0D58B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34EAB7-78AE-1E28-F96E-0260B9631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445308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760EE4-BE6D-C310-EE9C-207ED0249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FFA097-FAD7-2FED-B0B3-DCE6411F1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959207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58025" y="609600"/>
            <a:ext cx="2105025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42951" y="609600"/>
            <a:ext cx="6162675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F13C4D-AB20-65DC-7164-A1121AF44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3B5375-B421-3A7B-C32E-90BC0A382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800"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239862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E1F045B-0781-A352-1A3D-4C375A8C64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09CB4C6-AF2C-BD5A-C644-E0E762AA36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FD2D2B1-92A4-BA7D-5CBA-BD03F41C82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D06892-08F0-437C-AA42-5392FE87EE9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50321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BD0CF47-D762-AE1E-A137-E520E74A81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0540316-9A9B-7772-919F-BFA6DF6C51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AE5F68D-09A0-1684-FA43-5B7FF24852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882DBA-85C1-4358-976A-157A9C7F97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336037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36633B-ED8C-44C4-4BA9-386719E2B1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30DBE2C-F911-5B06-D670-334FD9760E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391D000-F304-7910-9550-7791B9BE22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97DDA6-52AF-4333-8DE7-C499A1F3D76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70428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42950" y="1981200"/>
            <a:ext cx="413385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981200"/>
            <a:ext cx="413385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312925-A7DF-0B89-83BA-F3521BB39C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B073A0-D35A-3338-EC0F-B88F5E1681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44D2DF-3F93-426F-9369-A4D180F635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E03192-F696-4D66-945D-31C32FE54BC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841427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64C9BC4-6D3E-E8CF-F5AB-D32B6F04B6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1F92FCF-D991-9468-9A33-4E956FE496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BA4DB1F-5DE8-7F7A-5F8C-2503A375DC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BBB0AD-23CE-4583-A903-1400006EF84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250779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89ADEBE-87FD-D0E8-3BAA-043E6E2999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D2D9621-CACA-CEEF-5C3E-40E2628DBD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174419A-5C2D-2E5B-E565-904CA5EBCD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3F84E8-0B18-47A1-AC0F-14393AFCAF9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420055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4B86D4A-757A-3570-33EF-886A8624A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93BB072-11AA-7874-F17B-D28F4E57A4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DB940C6-193E-518E-38B5-C259407FB5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813913-E8F5-4C0B-8C34-ADAEF033E16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259904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6BFA85-F4F1-1279-456B-27B747A7B6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9A8A65-A6F1-5CBD-93B7-E9D0B4BDAF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5B5165-D5C1-05D1-037B-C3BA05DA27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A93EDC-8B77-452D-ABD5-FB2F8CCF6CE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34172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FCF2CA-C720-2CED-AD09-56653424D0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A2E786-C90E-6FA7-EBE2-9D49111C93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477520-B291-8F23-B827-8601D2F711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55A681-8A41-43D2-B996-1FB8405B626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753770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AD36219-247A-0255-9595-3EF2579395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BEF725-594D-6B33-850B-1300BB1AA4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A19A9F-53D2-1B1F-B13B-22CEAA66E9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1C57F4-469C-419F-882E-0A28EFA2200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28462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58025" y="609600"/>
            <a:ext cx="2105025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42950" y="609600"/>
            <a:ext cx="6162675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876A93-9C51-B83E-5B5F-5E8D6446A5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3577F01-5D2C-A0A9-3775-55A5A26C51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AC58EF1-1E90-F04C-A788-5BFC457B70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ED07AF-7098-4522-84B9-745031DDFE1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4407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2738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21DFDBE-9058-FE83-15ED-E0D4BE7686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609600"/>
            <a:ext cx="84201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74" tIns="45638" rIns="91274" bIns="456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B1AF3C6-D24E-80CF-57E3-6DBC89F4AC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981200"/>
            <a:ext cx="8420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74" tIns="45638" rIns="91274" bIns="456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76196" name="Rectangle 4">
            <a:extLst>
              <a:ext uri="{FF2B5EF4-FFF2-40B4-BE49-F238E27FC236}">
                <a16:creationId xmlns:a16="http://schemas.microsoft.com/office/drawing/2014/main" id="{C660937B-DCFC-2067-14D0-3FBE53D41EE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42950" y="6248400"/>
            <a:ext cx="206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274" tIns="45638" rIns="91274" bIns="45638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spcBef>
                <a:spcPct val="0"/>
              </a:spcBef>
              <a:buFontTx/>
              <a:buNone/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76197" name="Rectangle 5">
            <a:extLst>
              <a:ext uri="{FF2B5EF4-FFF2-40B4-BE49-F238E27FC236}">
                <a16:creationId xmlns:a16="http://schemas.microsoft.com/office/drawing/2014/main" id="{2D1D069F-022B-9363-B799-D0D46BE5F38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8400"/>
            <a:ext cx="3136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274" tIns="45638" rIns="91274" bIns="45638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spcBef>
                <a:spcPct val="0"/>
              </a:spcBef>
              <a:buFontTx/>
              <a:buNone/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4403" r:id="rId1"/>
    <p:sldLayoutId id="2147504404" r:id="rId2"/>
    <p:sldLayoutId id="2147504405" r:id="rId3"/>
    <p:sldLayoutId id="2147504406" r:id="rId4"/>
    <p:sldLayoutId id="2147504407" r:id="rId5"/>
    <p:sldLayoutId id="2147504408" r:id="rId6"/>
    <p:sldLayoutId id="2147504409" r:id="rId7"/>
    <p:sldLayoutId id="2147504410" r:id="rId8"/>
    <p:sldLayoutId id="2147504411" r:id="rId9"/>
    <p:sldLayoutId id="2147504412" r:id="rId10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48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298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446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595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318" indent="-228575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67" indent="-228575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616" indent="-228575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764" indent="-228575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29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8" algn="l" defTabSz="91429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6" algn="l" defTabSz="91429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5" algn="l" defTabSz="91429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4" algn="l" defTabSz="91429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93" algn="l" defTabSz="91429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41" algn="l" defTabSz="91429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91" algn="l" defTabSz="91429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B9BCF99-E09D-FD0D-E9C6-B60046DA2B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609600"/>
            <a:ext cx="84201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74" tIns="45638" rIns="91274" bIns="456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ED82C1E-AA29-AA35-BECB-34C0222C23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981200"/>
            <a:ext cx="8420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74" tIns="45638" rIns="91274" bIns="456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76196" name="Rectangle 4">
            <a:extLst>
              <a:ext uri="{FF2B5EF4-FFF2-40B4-BE49-F238E27FC236}">
                <a16:creationId xmlns:a16="http://schemas.microsoft.com/office/drawing/2014/main" id="{4B7987AF-A202-10F9-C76F-269E3DFF905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42950" y="6248400"/>
            <a:ext cx="206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274" tIns="45638" rIns="91274" bIns="45638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spcBef>
                <a:spcPct val="0"/>
              </a:spcBef>
              <a:buFontTx/>
              <a:buNone/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76197" name="Rectangle 5">
            <a:extLst>
              <a:ext uri="{FF2B5EF4-FFF2-40B4-BE49-F238E27FC236}">
                <a16:creationId xmlns:a16="http://schemas.microsoft.com/office/drawing/2014/main" id="{E9D72D66-709B-9F22-2A77-1B614A46C96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8400"/>
            <a:ext cx="3136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274" tIns="45638" rIns="91274" bIns="45638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spcBef>
                <a:spcPct val="0"/>
              </a:spcBef>
              <a:buFontTx/>
              <a:buNone/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4413" r:id="rId1"/>
    <p:sldLayoutId id="2147504414" r:id="rId2"/>
    <p:sldLayoutId id="2147504415" r:id="rId3"/>
    <p:sldLayoutId id="2147504416" r:id="rId4"/>
    <p:sldLayoutId id="2147504417" r:id="rId5"/>
    <p:sldLayoutId id="2147504418" r:id="rId6"/>
    <p:sldLayoutId id="2147504419" r:id="rId7"/>
    <p:sldLayoutId id="2147504420" r:id="rId8"/>
    <p:sldLayoutId id="2147504421" r:id="rId9"/>
    <p:sldLayoutId id="2147504422" r:id="rId10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48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298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446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595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318" indent="-228575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67" indent="-228575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616" indent="-228575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764" indent="-228575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29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8" algn="l" defTabSz="91429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6" algn="l" defTabSz="91429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5" algn="l" defTabSz="91429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4" algn="l" defTabSz="91429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93" algn="l" defTabSz="91429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41" algn="l" defTabSz="91429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91" algn="l" defTabSz="91429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20A120B-C96A-DA21-F3E2-446C72EEF9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609600"/>
            <a:ext cx="84201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09" tIns="45704" rIns="91409" bIns="4570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E323D02-E517-073D-78FE-620D3DF800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981200"/>
            <a:ext cx="8420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09" tIns="45704" rIns="91409" bIns="4570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7B8D8ED4-B7E0-AD37-7E71-5205819D455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42950" y="6248400"/>
            <a:ext cx="206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9" tIns="45704" rIns="91409" bIns="45704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399E8E1B-720C-266B-3D42-2AF036D989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8400"/>
            <a:ext cx="3136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9" tIns="45704" rIns="91409" bIns="45704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D44AEADF-428C-F8CC-BFD4-8D8E755BD1B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1150" y="0"/>
            <a:ext cx="633413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9" tIns="45704" rIns="91409" bIns="45704" numCol="1" anchor="ctr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D80EBA6-702F-4B26-8B9F-71B9936EC6E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04391" r:id="rId1"/>
    <p:sldLayoutId id="2147504392" r:id="rId2"/>
    <p:sldLayoutId id="2147504393" r:id="rId3"/>
    <p:sldLayoutId id="2147504394" r:id="rId4"/>
    <p:sldLayoutId id="2147504395" r:id="rId5"/>
    <p:sldLayoutId id="2147504396" r:id="rId6"/>
    <p:sldLayoutId id="2147504397" r:id="rId7"/>
    <p:sldLayoutId id="2147504398" r:id="rId8"/>
    <p:sldLayoutId id="2147504399" r:id="rId9"/>
    <p:sldLayoutId id="2147504400" r:id="rId10"/>
    <p:sldLayoutId id="2147504401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30188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그림 7">
            <a:extLst>
              <a:ext uri="{FF2B5EF4-FFF2-40B4-BE49-F238E27FC236}">
                <a16:creationId xmlns:a16="http://schemas.microsoft.com/office/drawing/2014/main" id="{3E97D699-9DBA-D275-664A-50ED5DADF8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1650" y="347663"/>
            <a:ext cx="1654175" cy="12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099" name="직선 연결선 17">
            <a:extLst>
              <a:ext uri="{FF2B5EF4-FFF2-40B4-BE49-F238E27FC236}">
                <a16:creationId xmlns:a16="http://schemas.microsoft.com/office/drawing/2014/main" id="{192C16E5-B1A6-1FAD-BDFA-83B1D2F30A07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57150" y="447675"/>
            <a:ext cx="7991475" cy="0"/>
          </a:xfrm>
          <a:prstGeom prst="line">
            <a:avLst/>
          </a:prstGeom>
          <a:noFill/>
          <a:ln w="28575" algn="ctr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504402" r:id="rId1"/>
  </p:sldLayoutIdLst>
  <p:hf sldNum="0"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13" Type="http://schemas.openxmlformats.org/officeDocument/2006/relationships/chart" Target="../charts/chart9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12" Type="http://schemas.openxmlformats.org/officeDocument/2006/relationships/chart" Target="../charts/chart8.xml"/><Relationship Id="rId1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6" Type="http://schemas.openxmlformats.org/officeDocument/2006/relationships/package" Target="../embeddings/Microsoft_Excel_Worksheet10.xlsx"/><Relationship Id="rId1" Type="http://schemas.openxmlformats.org/officeDocument/2006/relationships/slideLayout" Target="../slideLayouts/slideLayout32.xml"/><Relationship Id="rId6" Type="http://schemas.openxmlformats.org/officeDocument/2006/relationships/chart" Target="../charts/chart4.xml"/><Relationship Id="rId11" Type="http://schemas.openxmlformats.org/officeDocument/2006/relationships/image" Target="../media/image3.png"/><Relationship Id="rId5" Type="http://schemas.openxmlformats.org/officeDocument/2006/relationships/chart" Target="../charts/chart3.xml"/><Relationship Id="rId15" Type="http://schemas.openxmlformats.org/officeDocument/2006/relationships/image" Target="../media/image4.emf"/><Relationship Id="rId10" Type="http://schemas.openxmlformats.org/officeDocument/2006/relationships/image" Target="../media/image2.png"/><Relationship Id="rId4" Type="http://schemas.openxmlformats.org/officeDocument/2006/relationships/chart" Target="../charts/chart2.xml"/><Relationship Id="rId9" Type="http://schemas.openxmlformats.org/officeDocument/2006/relationships/chart" Target="../charts/chart7.xml"/><Relationship Id="rId14" Type="http://schemas.openxmlformats.org/officeDocument/2006/relationships/package" Target="../embeddings/Microsoft_Excel_Worksheet9.xlsx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7.emf"/><Relationship Id="rId5" Type="http://schemas.openxmlformats.org/officeDocument/2006/relationships/package" Target="../embeddings/Microsoft_Excel_Worksheet12.xlsx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9.emf"/><Relationship Id="rId5" Type="http://schemas.openxmlformats.org/officeDocument/2006/relationships/package" Target="../embeddings/Microsoft_Excel_Worksheet14.xlsx"/><Relationship Id="rId4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1.emf"/><Relationship Id="rId5" Type="http://schemas.openxmlformats.org/officeDocument/2006/relationships/package" Target="../embeddings/Microsoft_Excel_Worksheet16.xlsx"/><Relationship Id="rId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3.emf"/><Relationship Id="rId5" Type="http://schemas.openxmlformats.org/officeDocument/2006/relationships/package" Target="../embeddings/Microsoft_Excel_Worksheet18.xlsx"/><Relationship Id="rId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>
            <a:extLst>
              <a:ext uri="{FF2B5EF4-FFF2-40B4-BE49-F238E27FC236}">
                <a16:creationId xmlns:a16="http://schemas.microsoft.com/office/drawing/2014/main" id="{A1F13FB2-639D-2620-7829-CE444B33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46" y="25400"/>
            <a:ext cx="7881282" cy="40011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9pPr>
          </a:lstStyle>
          <a:p>
            <a:pPr eaLnBrk="1" fontAlgn="ctr" latinLnBrk="1" hangingPunct="1">
              <a:defRPr/>
            </a:pPr>
            <a:r>
              <a:rPr lang="ko-KR" altLang="en-US" sz="200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■ </a:t>
            </a:r>
            <a:r>
              <a:rPr lang="en-US" altLang="ko-KR" sz="200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26</a:t>
            </a:r>
            <a:r>
              <a:rPr lang="ko-KR" altLang="en-US" sz="200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년 </a:t>
            </a:r>
            <a:r>
              <a:rPr lang="ko-KR" altLang="en-US" sz="2000" dirty="0" err="1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알카</a:t>
            </a:r>
            <a:r>
              <a:rPr lang="ko-KR" altLang="en-US" sz="200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공급 현황</a:t>
            </a:r>
            <a:r>
              <a:rPr lang="en-US" altLang="ko-KR" sz="200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_</a:t>
            </a:r>
            <a:r>
              <a:rPr lang="ko-KR" altLang="en-US" sz="1600" dirty="0" err="1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캠스</a:t>
            </a:r>
            <a:r>
              <a:rPr lang="en-US" altLang="ko-KR" sz="160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+</a:t>
            </a:r>
            <a:r>
              <a:rPr lang="ko-KR" altLang="en-US" sz="160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기아</a:t>
            </a:r>
            <a:endParaRPr lang="ko-KR" altLang="en-US" sz="1400" dirty="0">
              <a:ln w="3175">
                <a:solidFill>
                  <a:prstClr val="black">
                    <a:alpha val="0"/>
                  </a:prstClr>
                </a:solidFill>
              </a:ln>
              <a:solidFill>
                <a:srgbClr val="0000FF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DB8C65-561C-460C-C29E-6C047440E804}"/>
              </a:ext>
            </a:extLst>
          </p:cNvPr>
          <p:cNvSpPr txBox="1"/>
          <p:nvPr/>
        </p:nvSpPr>
        <p:spPr>
          <a:xfrm>
            <a:off x="215874" y="3553271"/>
            <a:ext cx="1075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◎ 귀책 비교</a:t>
            </a:r>
          </a:p>
        </p:txBody>
      </p:sp>
      <p:graphicFrame>
        <p:nvGraphicFramePr>
          <p:cNvPr id="9" name="차트 4">
            <a:extLst>
              <a:ext uri="{FF2B5EF4-FFF2-40B4-BE49-F238E27FC236}">
                <a16:creationId xmlns:a16="http://schemas.microsoft.com/office/drawing/2014/main" id="{B6B1404D-BD99-AD77-77C3-B947EA2AE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1625958"/>
              </p:ext>
            </p:extLst>
          </p:nvPr>
        </p:nvGraphicFramePr>
        <p:xfrm>
          <a:off x="539552" y="3645025"/>
          <a:ext cx="4341440" cy="20162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0" name="그룹 19">
            <a:extLst>
              <a:ext uri="{FF2B5EF4-FFF2-40B4-BE49-F238E27FC236}">
                <a16:creationId xmlns:a16="http://schemas.microsoft.com/office/drawing/2014/main" id="{0CBEC5D4-E04E-27F5-014F-93D47C746561}"/>
              </a:ext>
            </a:extLst>
          </p:cNvPr>
          <p:cNvGrpSpPr/>
          <p:nvPr/>
        </p:nvGrpSpPr>
        <p:grpSpPr>
          <a:xfrm>
            <a:off x="214035" y="764704"/>
            <a:ext cx="4719677" cy="1380530"/>
            <a:chOff x="214035" y="942225"/>
            <a:chExt cx="4719677" cy="1380530"/>
          </a:xfrm>
        </p:grpSpPr>
        <p:graphicFrame>
          <p:nvGraphicFramePr>
            <p:cNvPr id="5" name="차트 4">
              <a:extLst>
                <a:ext uri="{FF2B5EF4-FFF2-40B4-BE49-F238E27FC236}">
                  <a16:creationId xmlns:a16="http://schemas.microsoft.com/office/drawing/2014/main" id="{49774BCB-2E47-A838-9F59-CB181D2C31C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4139989"/>
                </p:ext>
              </p:extLst>
            </p:nvPr>
          </p:nvGraphicFramePr>
          <p:xfrm>
            <a:off x="1679528" y="1024696"/>
            <a:ext cx="3254184" cy="123186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10" name="차트 9">
              <a:extLst>
                <a:ext uri="{FF2B5EF4-FFF2-40B4-BE49-F238E27FC236}">
                  <a16:creationId xmlns:a16="http://schemas.microsoft.com/office/drawing/2014/main" id="{6EC240CA-ADBA-7877-1C94-C39C6038901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327632572"/>
                </p:ext>
              </p:extLst>
            </p:nvPr>
          </p:nvGraphicFramePr>
          <p:xfrm>
            <a:off x="214035" y="942225"/>
            <a:ext cx="1636602" cy="138053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728AF41-91E6-6B4A-F5C5-FCB77B015CC0}"/>
              </a:ext>
            </a:extLst>
          </p:cNvPr>
          <p:cNvSpPr txBox="1"/>
          <p:nvPr/>
        </p:nvSpPr>
        <p:spPr>
          <a:xfrm>
            <a:off x="4952845" y="529255"/>
            <a:ext cx="1924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◎ 공급 아이템</a:t>
            </a:r>
          </a:p>
        </p:txBody>
      </p:sp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FFCDD93F-059D-7246-4154-9FA0E991E7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5784877"/>
              </p:ext>
            </p:extLst>
          </p:nvPr>
        </p:nvGraphicFramePr>
        <p:xfrm>
          <a:off x="5025008" y="971575"/>
          <a:ext cx="836121" cy="19533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1A0F19EF-B2D2-E568-22D7-3CCDC3688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516864"/>
              </p:ext>
            </p:extLst>
          </p:nvPr>
        </p:nvGraphicFramePr>
        <p:xfrm>
          <a:off x="5121759" y="2823851"/>
          <a:ext cx="640108" cy="507164"/>
        </p:xfrm>
        <a:graphic>
          <a:graphicData uri="http://schemas.openxmlformats.org/drawingml/2006/table">
            <a:tbl>
              <a:tblPr/>
              <a:tblGrid>
                <a:gridCol w="320054">
                  <a:extLst>
                    <a:ext uri="{9D8B030D-6E8A-4147-A177-3AD203B41FA5}">
                      <a16:colId xmlns:a16="http://schemas.microsoft.com/office/drawing/2014/main" val="546675495"/>
                    </a:ext>
                  </a:extLst>
                </a:gridCol>
                <a:gridCol w="320054">
                  <a:extLst>
                    <a:ext uri="{9D8B030D-6E8A-4147-A177-3AD203B41FA5}">
                      <a16:colId xmlns:a16="http://schemas.microsoft.com/office/drawing/2014/main" val="477923196"/>
                    </a:ext>
                  </a:extLst>
                </a:gridCol>
              </a:tblGrid>
              <a:tr h="241531">
                <a:tc>
                  <a:txBody>
                    <a:bodyPr/>
                    <a:lstStyle/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anose="020B0604020202020204" pitchFamily="34" charset="0"/>
                        </a:rPr>
                        <a:t>FRT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anose="020B0604020202020204" pitchFamily="34" charset="0"/>
                      </a:endParaRPr>
                    </a:p>
                  </a:txBody>
                  <a:tcPr marL="36016" marR="36016" marT="65442" marB="42587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anose="020B0604020202020204" pitchFamily="34" charset="0"/>
                        </a:rPr>
                        <a:t>RR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anose="020B0604020202020204" pitchFamily="34" charset="0"/>
                      </a:endParaRPr>
                    </a:p>
                  </a:txBody>
                  <a:tcPr marL="36016" marR="36016" marT="65442" marB="42587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529982"/>
                  </a:ext>
                </a:extLst>
              </a:tr>
              <a:tr h="26197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508783"/>
                  </a:ext>
                </a:extLst>
              </a:tr>
            </a:tbl>
          </a:graphicData>
        </a:graphic>
      </p:graphicFrame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F3180614-FAA9-7737-A6DC-6310C21429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0611062"/>
              </p:ext>
            </p:extLst>
          </p:nvPr>
        </p:nvGraphicFramePr>
        <p:xfrm>
          <a:off x="5751193" y="1020647"/>
          <a:ext cx="2154135" cy="1904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E72A99E-05FF-2492-1917-4D720DB90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869041"/>
              </p:ext>
            </p:extLst>
          </p:nvPr>
        </p:nvGraphicFramePr>
        <p:xfrm>
          <a:off x="5886681" y="2823850"/>
          <a:ext cx="1905424" cy="490388"/>
        </p:xfrm>
        <a:graphic>
          <a:graphicData uri="http://schemas.openxmlformats.org/drawingml/2006/table">
            <a:tbl>
              <a:tblPr/>
              <a:tblGrid>
                <a:gridCol w="476356">
                  <a:extLst>
                    <a:ext uri="{9D8B030D-6E8A-4147-A177-3AD203B41FA5}">
                      <a16:colId xmlns:a16="http://schemas.microsoft.com/office/drawing/2014/main" val="546675495"/>
                    </a:ext>
                  </a:extLst>
                </a:gridCol>
                <a:gridCol w="476356">
                  <a:extLst>
                    <a:ext uri="{9D8B030D-6E8A-4147-A177-3AD203B41FA5}">
                      <a16:colId xmlns:a16="http://schemas.microsoft.com/office/drawing/2014/main" val="477923196"/>
                    </a:ext>
                  </a:extLst>
                </a:gridCol>
                <a:gridCol w="476356">
                  <a:extLst>
                    <a:ext uri="{9D8B030D-6E8A-4147-A177-3AD203B41FA5}">
                      <a16:colId xmlns:a16="http://schemas.microsoft.com/office/drawing/2014/main" val="1838076360"/>
                    </a:ext>
                  </a:extLst>
                </a:gridCol>
                <a:gridCol w="476356">
                  <a:extLst>
                    <a:ext uri="{9D8B030D-6E8A-4147-A177-3AD203B41FA5}">
                      <a16:colId xmlns:a16="http://schemas.microsoft.com/office/drawing/2014/main" val="3884287444"/>
                    </a:ext>
                  </a:extLst>
                </a:gridCol>
              </a:tblGrid>
              <a:tr h="262569">
                <a:tc>
                  <a:txBody>
                    <a:bodyPr/>
                    <a:lstStyle/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anose="020B0604020202020204" pitchFamily="34" charset="0"/>
                        </a:rPr>
                        <a:t>ASSY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anose="020B0604020202020204" pitchFamily="34" charset="0"/>
                      </a:endParaRPr>
                    </a:p>
                  </a:txBody>
                  <a:tcPr marL="36016" marR="36016" marT="65442" marB="42587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anose="020B0604020202020204" pitchFamily="34" charset="0"/>
                        </a:rPr>
                        <a:t>리어몰딩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anose="020B0604020202020204" pitchFamily="34" charset="0"/>
                      </a:endParaRPr>
                    </a:p>
                  </a:txBody>
                  <a:tcPr marL="36016" marR="36016" marT="65442" marB="42587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anose="020B0604020202020204" pitchFamily="34" charset="0"/>
                        </a:rPr>
                        <a:t>스키드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anose="020B0604020202020204" pitchFamily="34" charset="0"/>
                      </a:endParaRPr>
                    </a:p>
                  </a:txBody>
                  <a:tcPr marL="36016" marR="36016" marT="65442" marB="42587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anose="020B0604020202020204" pitchFamily="34" charset="0"/>
                        </a:rPr>
                        <a:t>기타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anose="020B0604020202020204" pitchFamily="34" charset="0"/>
                      </a:endParaRPr>
                    </a:p>
                  </a:txBody>
                  <a:tcPr marL="36016" marR="36016" marT="65442" marB="42587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529982"/>
                  </a:ext>
                </a:extLst>
              </a:tr>
              <a:tr h="227819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100" b="0" i="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508783"/>
                  </a:ext>
                </a:extLst>
              </a:tr>
            </a:tbl>
          </a:graphicData>
        </a:graphic>
      </p:graphicFrame>
      <p:graphicFrame>
        <p:nvGraphicFramePr>
          <p:cNvPr id="23" name="차트 4">
            <a:extLst>
              <a:ext uri="{FF2B5EF4-FFF2-40B4-BE49-F238E27FC236}">
                <a16:creationId xmlns:a16="http://schemas.microsoft.com/office/drawing/2014/main" id="{54807748-0F18-9669-DB25-76485BB7AB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7812518"/>
              </p:ext>
            </p:extLst>
          </p:nvPr>
        </p:nvGraphicFramePr>
        <p:xfrm>
          <a:off x="8409384" y="971575"/>
          <a:ext cx="1368152" cy="18093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0CB74838-716B-50DC-AA30-6F3C5F5E9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869956"/>
              </p:ext>
            </p:extLst>
          </p:nvPr>
        </p:nvGraphicFramePr>
        <p:xfrm>
          <a:off x="7924527" y="2686988"/>
          <a:ext cx="1905424" cy="670004"/>
        </p:xfrm>
        <a:graphic>
          <a:graphicData uri="http://schemas.openxmlformats.org/drawingml/2006/table">
            <a:tbl>
              <a:tblPr/>
              <a:tblGrid>
                <a:gridCol w="476356">
                  <a:extLst>
                    <a:ext uri="{9D8B030D-6E8A-4147-A177-3AD203B41FA5}">
                      <a16:colId xmlns:a16="http://schemas.microsoft.com/office/drawing/2014/main" val="3453928472"/>
                    </a:ext>
                  </a:extLst>
                </a:gridCol>
                <a:gridCol w="714534">
                  <a:extLst>
                    <a:ext uri="{9D8B030D-6E8A-4147-A177-3AD203B41FA5}">
                      <a16:colId xmlns:a16="http://schemas.microsoft.com/office/drawing/2014/main" val="546675495"/>
                    </a:ext>
                  </a:extLst>
                </a:gridCol>
                <a:gridCol w="714534">
                  <a:extLst>
                    <a:ext uri="{9D8B030D-6E8A-4147-A177-3AD203B41FA5}">
                      <a16:colId xmlns:a16="http://schemas.microsoft.com/office/drawing/2014/main" val="477923196"/>
                    </a:ext>
                  </a:extLst>
                </a:gridCol>
              </a:tblGrid>
              <a:tr h="179942">
                <a:tc>
                  <a:txBody>
                    <a:bodyPr/>
                    <a:lstStyle/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anose="020B0604020202020204" pitchFamily="34" charset="0"/>
                        </a:rPr>
                        <a:t>구분</a:t>
                      </a:r>
                    </a:p>
                  </a:txBody>
                  <a:tcPr marL="36016" marR="36016" marT="65442" marB="42587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anose="020B0604020202020204" pitchFamily="34" charset="0"/>
                        </a:rPr>
                        <a:t>ASSY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anose="020B0604020202020204" pitchFamily="34" charset="0"/>
                      </a:endParaRPr>
                    </a:p>
                  </a:txBody>
                  <a:tcPr marL="36016" marR="36016" marT="65442" marB="42587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33400" marR="0" lvl="0" indent="-53340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Arial" panose="020B0604020202020204" pitchFamily="34" charset="0"/>
                        </a:rPr>
                        <a:t>단품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Arial" panose="020B0604020202020204" pitchFamily="34" charset="0"/>
                      </a:endParaRPr>
                    </a:p>
                  </a:txBody>
                  <a:tcPr marL="36016" marR="36016" marT="65442" marB="42587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529982"/>
                  </a:ext>
                </a:extLst>
              </a:tr>
              <a:tr h="114785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기아</a:t>
                      </a:r>
                      <a:endParaRPr lang="en-US" altLang="ko-KR" sz="900" b="0" i="0" u="none" strike="noStrike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508783"/>
                  </a:ext>
                </a:extLst>
              </a:tr>
              <a:tr h="114785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캠스</a:t>
                      </a:r>
                      <a:endParaRPr lang="en-US" altLang="ko-KR" sz="900" b="0" i="0" u="none" strike="noStrike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147201"/>
                  </a:ext>
                </a:extLst>
              </a:tr>
              <a:tr h="114785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부영</a:t>
                      </a:r>
                      <a:endParaRPr lang="en-US" altLang="ko-KR" sz="900" b="0" i="0" u="none" strike="noStrike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093210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ED193D58-EBAA-C6A3-4390-4254452297C2}"/>
              </a:ext>
            </a:extLst>
          </p:cNvPr>
          <p:cNvSpPr/>
          <p:nvPr/>
        </p:nvSpPr>
        <p:spPr bwMode="auto">
          <a:xfrm>
            <a:off x="5069041" y="971575"/>
            <a:ext cx="728981" cy="2395886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18CD3F4-4A01-DDDA-7BEF-C4E6079AB36A}"/>
              </a:ext>
            </a:extLst>
          </p:cNvPr>
          <p:cNvSpPr/>
          <p:nvPr/>
        </p:nvSpPr>
        <p:spPr bwMode="auto">
          <a:xfrm>
            <a:off x="5848103" y="971575"/>
            <a:ext cx="2002083" cy="2395886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906DF51-9CF1-9435-998F-86D635774AF9}"/>
              </a:ext>
            </a:extLst>
          </p:cNvPr>
          <p:cNvSpPr/>
          <p:nvPr/>
        </p:nvSpPr>
        <p:spPr bwMode="auto">
          <a:xfrm>
            <a:off x="7902601" y="971575"/>
            <a:ext cx="1946943" cy="2395886"/>
          </a:xfrm>
          <a:prstGeom prst="rect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8" name="TextBox 14">
            <a:extLst>
              <a:ext uri="{FF2B5EF4-FFF2-40B4-BE49-F238E27FC236}">
                <a16:creationId xmlns:a16="http://schemas.microsoft.com/office/drawing/2014/main" id="{C1336B20-986D-3F5F-DECE-E91739C4B640}"/>
              </a:ext>
            </a:extLst>
          </p:cNvPr>
          <p:cNvSpPr txBox="1"/>
          <p:nvPr/>
        </p:nvSpPr>
        <p:spPr>
          <a:xfrm>
            <a:off x="9263025" y="740571"/>
            <a:ext cx="689289" cy="23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 marL="0" indent="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5613" indent="1588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2813" indent="1588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0013" indent="1588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7213" indent="1588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indent="0" algn="l" defTabSz="914400" rtl="0" eaLnBrk="1" latinLnBrk="1" hangingPunct="1"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indent="0" algn="l" defTabSz="914400" rtl="0" eaLnBrk="1" latinLnBrk="1" hangingPunct="1"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indent="0" algn="l" defTabSz="914400" rtl="0" eaLnBrk="1" latinLnBrk="1" hangingPunct="1"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indent="0" algn="l" defTabSz="914400" rtl="0" eaLnBrk="1" latinLnBrk="1" hangingPunct="1"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algn="ctr"/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단위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</a:t>
            </a:r>
          </a:p>
        </p:txBody>
      </p:sp>
      <p:graphicFrame>
        <p:nvGraphicFramePr>
          <p:cNvPr id="29" name="차트 4">
            <a:extLst>
              <a:ext uri="{FF2B5EF4-FFF2-40B4-BE49-F238E27FC236}">
                <a16:creationId xmlns:a16="http://schemas.microsoft.com/office/drawing/2014/main" id="{8AEDB4B3-3112-B87F-9DA1-AEA26FA90C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1727831"/>
              </p:ext>
            </p:extLst>
          </p:nvPr>
        </p:nvGraphicFramePr>
        <p:xfrm>
          <a:off x="5314778" y="3645025"/>
          <a:ext cx="4104456" cy="20162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pic>
        <p:nvPicPr>
          <p:cNvPr id="35" name="그림 34">
            <a:extLst>
              <a:ext uri="{FF2B5EF4-FFF2-40B4-BE49-F238E27FC236}">
                <a16:creationId xmlns:a16="http://schemas.microsoft.com/office/drawing/2014/main" id="{798E2232-9A84-CC1E-6288-3B11B64221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6124" y="1010265"/>
            <a:ext cx="284702" cy="323887"/>
          </a:xfrm>
          <a:prstGeom prst="rect">
            <a:avLst/>
          </a:prstGeom>
        </p:spPr>
      </p:pic>
      <p:sp>
        <p:nvSpPr>
          <p:cNvPr id="13" name="TextBox 14">
            <a:extLst>
              <a:ext uri="{FF2B5EF4-FFF2-40B4-BE49-F238E27FC236}">
                <a16:creationId xmlns:a16="http://schemas.microsoft.com/office/drawing/2014/main" id="{2033A55D-B17C-A7E7-707E-93135E94B438}"/>
              </a:ext>
            </a:extLst>
          </p:cNvPr>
          <p:cNvSpPr txBox="1"/>
          <p:nvPr/>
        </p:nvSpPr>
        <p:spPr>
          <a:xfrm>
            <a:off x="6902468" y="991631"/>
            <a:ext cx="999103" cy="184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 marL="0" indent="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5613" indent="1588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2813" indent="1588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0013" indent="1588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7213" indent="1588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indent="0" algn="l" defTabSz="914400" rtl="0" eaLnBrk="1" latinLnBrk="1" hangingPunct="1"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indent="0" algn="l" defTabSz="914400" rtl="0" eaLnBrk="1" latinLnBrk="1" hangingPunct="1"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indent="0" algn="l" defTabSz="914400" rtl="0" eaLnBrk="1" latinLnBrk="1" hangingPunct="1"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indent="0" algn="l" defTabSz="914400" rtl="0" eaLnBrk="1" latinLnBrk="1" hangingPunct="1"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algn="ctr"/>
            <a:r>
              <a:rPr lang="ko-KR" alt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기타 </a:t>
            </a:r>
            <a:r>
              <a:rPr lang="en-US" altLang="ko-KR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그릴</a:t>
            </a:r>
            <a:r>
              <a:rPr lang="en-US" altLang="ko-KR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어퍼가니쉬</a:t>
            </a:r>
            <a:endParaRPr lang="ko-KR" altLang="en-US" sz="600" dirty="0">
              <a:solidFill>
                <a:schemeClr val="tx1">
                  <a:lumMod val="65000"/>
                  <a:lumOff val="3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7979E928-4433-EB58-CD5D-227E5D4FDCD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8944" y="2125921"/>
            <a:ext cx="429318" cy="73899"/>
          </a:xfrm>
          <a:prstGeom prst="rect">
            <a:avLst/>
          </a:prstGeom>
        </p:spPr>
      </p:pic>
      <p:sp>
        <p:nvSpPr>
          <p:cNvPr id="32" name="TextBox 14">
            <a:extLst>
              <a:ext uri="{FF2B5EF4-FFF2-40B4-BE49-F238E27FC236}">
                <a16:creationId xmlns:a16="http://schemas.microsoft.com/office/drawing/2014/main" id="{D1366764-96C8-5C86-5678-7E091D936F59}"/>
              </a:ext>
            </a:extLst>
          </p:cNvPr>
          <p:cNvSpPr txBox="1"/>
          <p:nvPr/>
        </p:nvSpPr>
        <p:spPr>
          <a:xfrm>
            <a:off x="4476588" y="2164214"/>
            <a:ext cx="491062" cy="184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 marL="0" indent="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5613" indent="1588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2813" indent="1588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0013" indent="1588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7213" indent="1588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indent="0" algn="l" defTabSz="914400" rtl="0" eaLnBrk="1" latinLnBrk="1" hangingPunct="1"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indent="0" algn="l" defTabSz="914400" rtl="0" eaLnBrk="1" latinLnBrk="1" hangingPunct="1"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indent="0" algn="l" defTabSz="914400" rtl="0" eaLnBrk="1" latinLnBrk="1" hangingPunct="1"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indent="0" algn="l" defTabSz="914400" rtl="0" eaLnBrk="1" latinLnBrk="1" hangingPunct="1">
              <a:defRPr kumimoji="1" sz="11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algn="r"/>
            <a:r>
              <a:rPr lang="ko-KR" alt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단위 </a:t>
            </a:r>
            <a:r>
              <a:rPr lang="en-US" altLang="ko-KR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원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8B532C2-655F-9208-E4C6-672B0F1388E3}"/>
              </a:ext>
            </a:extLst>
          </p:cNvPr>
          <p:cNvGrpSpPr/>
          <p:nvPr/>
        </p:nvGrpSpPr>
        <p:grpSpPr>
          <a:xfrm>
            <a:off x="214035" y="2161062"/>
            <a:ext cx="4719677" cy="1411954"/>
            <a:chOff x="214035" y="2125921"/>
            <a:chExt cx="4719677" cy="1411954"/>
          </a:xfrm>
        </p:grpSpPr>
        <p:graphicFrame>
          <p:nvGraphicFramePr>
            <p:cNvPr id="18" name="차트 17">
              <a:extLst>
                <a:ext uri="{FF2B5EF4-FFF2-40B4-BE49-F238E27FC236}">
                  <a16:creationId xmlns:a16="http://schemas.microsoft.com/office/drawing/2014/main" id="{E6D0C7BD-51C7-C80C-A7B2-C8D4D071ECA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850930977"/>
                </p:ext>
              </p:extLst>
            </p:nvPr>
          </p:nvGraphicFramePr>
          <p:xfrm>
            <a:off x="1679528" y="2125921"/>
            <a:ext cx="3254184" cy="138053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2"/>
            </a:graphicData>
          </a:graphic>
        </p:graphicFrame>
        <p:graphicFrame>
          <p:nvGraphicFramePr>
            <p:cNvPr id="14" name="차트 13">
              <a:extLst>
                <a:ext uri="{FF2B5EF4-FFF2-40B4-BE49-F238E27FC236}">
                  <a16:creationId xmlns:a16="http://schemas.microsoft.com/office/drawing/2014/main" id="{81757936-F84C-CC1D-D27F-A582BF87913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753551198"/>
                </p:ext>
              </p:extLst>
            </p:nvPr>
          </p:nvGraphicFramePr>
          <p:xfrm>
            <a:off x="214035" y="2157345"/>
            <a:ext cx="1636602" cy="138053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3"/>
            </a:graphicData>
          </a:graphic>
        </p:graphicFrame>
      </p:grpSp>
      <p:graphicFrame>
        <p:nvGraphicFramePr>
          <p:cNvPr id="15" name="개체 41">
            <a:extLst>
              <a:ext uri="{FF2B5EF4-FFF2-40B4-BE49-F238E27FC236}">
                <a16:creationId xmlns:a16="http://schemas.microsoft.com/office/drawing/2014/main" id="{4C355C79-8B27-6826-8D3A-8EB52F9687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5430758"/>
              </p:ext>
            </p:extLst>
          </p:nvPr>
        </p:nvGraphicFramePr>
        <p:xfrm>
          <a:off x="263525" y="5611813"/>
          <a:ext cx="4727575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4" imgW="5610225" imgH="914400" progId="Excel.Sheet.12">
                  <p:embed/>
                </p:oleObj>
              </mc:Choice>
              <mc:Fallback>
                <p:oleObj name="Worksheet" r:id="rId14" imgW="5610225" imgH="914400" progId="Excel.Sheet.12">
                  <p:embed/>
                  <p:pic>
                    <p:nvPicPr>
                      <p:cNvPr id="15" name="개체 41">
                        <a:extLst>
                          <a:ext uri="{FF2B5EF4-FFF2-40B4-BE49-F238E27FC236}">
                            <a16:creationId xmlns:a16="http://schemas.microsoft.com/office/drawing/2014/main" id="{4C355C79-8B27-6826-8D3A-8EB52F9687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25" y="5611813"/>
                        <a:ext cx="4727575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개체 41">
            <a:extLst>
              <a:ext uri="{FF2B5EF4-FFF2-40B4-BE49-F238E27FC236}">
                <a16:creationId xmlns:a16="http://schemas.microsoft.com/office/drawing/2014/main" id="{8C2594B6-482D-FAFF-CFF2-D56FA9008F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6363694"/>
              </p:ext>
            </p:extLst>
          </p:nvPr>
        </p:nvGraphicFramePr>
        <p:xfrm>
          <a:off x="5064125" y="5629275"/>
          <a:ext cx="4808538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6" imgW="5610225" imgH="914400" progId="Excel.Sheet.12">
                  <p:embed/>
                </p:oleObj>
              </mc:Choice>
              <mc:Fallback>
                <p:oleObj name="Worksheet" r:id="rId16" imgW="5610225" imgH="914400" progId="Excel.Sheet.12">
                  <p:embed/>
                  <p:pic>
                    <p:nvPicPr>
                      <p:cNvPr id="17" name="개체 41">
                        <a:extLst>
                          <a:ext uri="{FF2B5EF4-FFF2-40B4-BE49-F238E27FC236}">
                            <a16:creationId xmlns:a16="http://schemas.microsoft.com/office/drawing/2014/main" id="{8C2594B6-482D-FAFF-CFF2-D56FA9008F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4125" y="5629275"/>
                        <a:ext cx="4808538" cy="110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9CB88F23-8008-E6CC-841A-A65CFEE44AFE}"/>
              </a:ext>
            </a:extLst>
          </p:cNvPr>
          <p:cNvSpPr txBox="1"/>
          <p:nvPr/>
        </p:nvSpPr>
        <p:spPr>
          <a:xfrm>
            <a:off x="215874" y="1988840"/>
            <a:ext cx="12859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◎ 연 발생 추이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EF235E-0484-920E-41D6-C99417CC9594}"/>
              </a:ext>
            </a:extLst>
          </p:cNvPr>
          <p:cNvSpPr txBox="1"/>
          <p:nvPr/>
        </p:nvSpPr>
        <p:spPr>
          <a:xfrm>
            <a:off x="219762" y="529255"/>
            <a:ext cx="1924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◎ 월별 발생 추이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96246-9360-35F6-0A75-A168D9C3A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>
            <a:extLst>
              <a:ext uri="{FF2B5EF4-FFF2-40B4-BE49-F238E27FC236}">
                <a16:creationId xmlns:a16="http://schemas.microsoft.com/office/drawing/2014/main" id="{D9C870F4-EEA4-DAF2-2519-140C6EFA1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46" y="25400"/>
            <a:ext cx="7881282" cy="40011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9pPr>
          </a:lstStyle>
          <a:p>
            <a:pPr eaLnBrk="1" fontAlgn="ctr" latinLnBrk="1" hangingPunct="1">
              <a:defRPr/>
            </a:pPr>
            <a:r>
              <a:rPr lang="ko-KR" altLang="en-US" sz="200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■ </a:t>
            </a:r>
            <a:r>
              <a:rPr lang="en-US" altLang="ko-KR" sz="200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26. 4</a:t>
            </a:r>
            <a:r>
              <a:rPr lang="ko-KR" altLang="en-US" sz="200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월 </a:t>
            </a:r>
            <a:r>
              <a:rPr lang="ko-KR" altLang="en-US" sz="2000" dirty="0" err="1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알카</a:t>
            </a:r>
            <a:r>
              <a:rPr lang="ko-KR" altLang="en-US" sz="200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공급 현황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ED6BF3-8FDF-E16A-967D-91E3BD5E07C8}"/>
              </a:ext>
            </a:extLst>
          </p:cNvPr>
          <p:cNvSpPr txBox="1"/>
          <p:nvPr/>
        </p:nvSpPr>
        <p:spPr>
          <a:xfrm>
            <a:off x="215900" y="703263"/>
            <a:ext cx="2535238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400" b="1">
                <a:latin typeface="+mj-ea"/>
                <a:ea typeface="+mj-ea"/>
              </a:rPr>
              <a:t>◎ 공장 및 출하장 공급 수량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8EB822-C02C-3C1A-1FFE-CEE6F7A0B4F0}"/>
              </a:ext>
            </a:extLst>
          </p:cNvPr>
          <p:cNvSpPr txBox="1"/>
          <p:nvPr/>
        </p:nvSpPr>
        <p:spPr>
          <a:xfrm>
            <a:off x="215900" y="3684588"/>
            <a:ext cx="205105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400" b="1" dirty="0">
                <a:latin typeface="+mj-ea"/>
                <a:ea typeface="+mj-ea"/>
              </a:rPr>
              <a:t>◎ 아이템 및 귀책 현황</a:t>
            </a:r>
          </a:p>
        </p:txBody>
      </p:sp>
      <p:grpSp>
        <p:nvGrpSpPr>
          <p:cNvPr id="28677" name="그룹 6">
            <a:extLst>
              <a:ext uri="{FF2B5EF4-FFF2-40B4-BE49-F238E27FC236}">
                <a16:creationId xmlns:a16="http://schemas.microsoft.com/office/drawing/2014/main" id="{70C40806-6485-CB07-63A7-1B10594DE7D2}"/>
              </a:ext>
            </a:extLst>
          </p:cNvPr>
          <p:cNvGrpSpPr>
            <a:grpSpLocks/>
          </p:cNvGrpSpPr>
          <p:nvPr/>
        </p:nvGrpSpPr>
        <p:grpSpPr bwMode="auto">
          <a:xfrm>
            <a:off x="727074" y="1158875"/>
            <a:ext cx="2354264" cy="2270125"/>
            <a:chOff x="579680" y="1096715"/>
            <a:chExt cx="2453135" cy="2465288"/>
          </a:xfrm>
        </p:grpSpPr>
        <p:grpSp>
          <p:nvGrpSpPr>
            <p:cNvPr id="28697" name="그룹 45">
              <a:extLst>
                <a:ext uri="{FF2B5EF4-FFF2-40B4-BE49-F238E27FC236}">
                  <a16:creationId xmlns:a16="http://schemas.microsoft.com/office/drawing/2014/main" id="{8352681A-FDF1-0CDE-87CB-D55D4F5844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680" y="1096715"/>
              <a:ext cx="746031" cy="2453217"/>
              <a:chOff x="2669941" y="1251326"/>
              <a:chExt cx="1176069" cy="2736559"/>
            </a:xfrm>
          </p:grpSpPr>
          <p:sp>
            <p:nvSpPr>
              <p:cNvPr id="25" name="사각형: 둥근 대각선 방향 모서리 12">
                <a:extLst>
                  <a:ext uri="{FF2B5EF4-FFF2-40B4-BE49-F238E27FC236}">
                    <a16:creationId xmlns:a16="http://schemas.microsoft.com/office/drawing/2014/main" id="{D34A9A64-AC26-0BAF-ACFD-67685886EAAF}"/>
                  </a:ext>
                </a:extLst>
              </p:cNvPr>
              <p:cNvSpPr/>
              <p:nvPr/>
            </p:nvSpPr>
            <p:spPr>
              <a:xfrm>
                <a:off x="2669941" y="1285942"/>
                <a:ext cx="1176069" cy="2700022"/>
              </a:xfrm>
              <a:prstGeom prst="round2DiagRect">
                <a:avLst>
                  <a:gd name="adj1" fmla="val 22973"/>
                  <a:gd name="adj2" fmla="val 0"/>
                </a:avLst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50000">
                    <a:schemeClr val="bg1"/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246">
                  <a:solidFill>
                    <a:prstClr val="white"/>
                  </a:solidFill>
                </a:endParaRPr>
              </a:p>
            </p:txBody>
          </p:sp>
          <p:sp>
            <p:nvSpPr>
              <p:cNvPr id="26" name="자유형: 도형 13">
                <a:extLst>
                  <a:ext uri="{FF2B5EF4-FFF2-40B4-BE49-F238E27FC236}">
                    <a16:creationId xmlns:a16="http://schemas.microsoft.com/office/drawing/2014/main" id="{76BC5D5F-1788-28A4-ED9F-94EABF210BDC}"/>
                  </a:ext>
                </a:extLst>
              </p:cNvPr>
              <p:cNvSpPr/>
              <p:nvPr/>
            </p:nvSpPr>
            <p:spPr>
              <a:xfrm>
                <a:off x="2669941" y="2343975"/>
                <a:ext cx="1176069" cy="1643910"/>
              </a:xfrm>
              <a:prstGeom prst="round2DiagRect">
                <a:avLst>
                  <a:gd name="adj1" fmla="val 21394"/>
                  <a:gd name="adj2" fmla="val 0"/>
                </a:avLst>
              </a:prstGeom>
              <a:solidFill>
                <a:schemeClr val="accent2">
                  <a:lumMod val="75000"/>
                </a:schemeClr>
              </a:solidFill>
              <a:ln w="285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246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28710" name="직사각형 24">
                <a:extLst>
                  <a:ext uri="{FF2B5EF4-FFF2-40B4-BE49-F238E27FC236}">
                    <a16:creationId xmlns:a16="http://schemas.microsoft.com/office/drawing/2014/main" id="{573291B0-BE9F-F048-005C-2706737E41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6668" y="3342920"/>
                <a:ext cx="1140685" cy="6338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1600" b="1" dirty="0">
                    <a:solidFill>
                      <a:srgbClr val="F2F2F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140</a:t>
                </a:r>
                <a:r>
                  <a:rPr lang="ko-KR" altLang="en-US" sz="1200" dirty="0">
                    <a:solidFill>
                      <a:srgbClr val="F2F2F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건</a:t>
                </a:r>
                <a:endParaRPr lang="en-US" altLang="ko-KR" sz="1200" dirty="0">
                  <a:solidFill>
                    <a:srgbClr val="F2F2F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/>
                <a:r>
                  <a:rPr lang="en-US" altLang="ko-KR" sz="1200" b="1" dirty="0">
                    <a:solidFill>
                      <a:srgbClr val="FFFF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(68%)</a:t>
                </a:r>
                <a:endParaRPr lang="ko-KR" altLang="en-US" sz="3200" b="1" dirty="0">
                  <a:solidFill>
                    <a:srgbClr val="FF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8711" name="직사각형 24">
                <a:extLst>
                  <a:ext uri="{FF2B5EF4-FFF2-40B4-BE49-F238E27FC236}">
                    <a16:creationId xmlns:a16="http://schemas.microsoft.com/office/drawing/2014/main" id="{9207145D-AFB7-E7AC-7572-2E1DDF88F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1956" y="1251326"/>
                <a:ext cx="1003736" cy="3089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ko-KR" altLang="en-US" sz="1200" b="1" u="sng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기아 </a:t>
                </a:r>
                <a:r>
                  <a:rPr lang="en-US" altLang="ko-KR" sz="1200" b="1" u="sng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</a:t>
                </a:r>
                <a:endParaRPr lang="ko-KR" altLang="en-US" sz="1200" u="sng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8698" name="그룹 45">
              <a:extLst>
                <a:ext uri="{FF2B5EF4-FFF2-40B4-BE49-F238E27FC236}">
                  <a16:creationId xmlns:a16="http://schemas.microsoft.com/office/drawing/2014/main" id="{C4275A8B-3C07-CE79-D0C2-E96F2D28D1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28271" y="1120851"/>
              <a:ext cx="747685" cy="2441152"/>
              <a:chOff x="2668693" y="1284798"/>
              <a:chExt cx="1178674" cy="2723099"/>
            </a:xfrm>
          </p:grpSpPr>
          <p:sp>
            <p:nvSpPr>
              <p:cNvPr id="22" name="사각형: 둥근 대각선 방향 모서리 12">
                <a:extLst>
                  <a:ext uri="{FF2B5EF4-FFF2-40B4-BE49-F238E27FC236}">
                    <a16:creationId xmlns:a16="http://schemas.microsoft.com/office/drawing/2014/main" id="{08B7F98E-181A-BB4E-0604-AC8DA238EAB4}"/>
                  </a:ext>
                </a:extLst>
              </p:cNvPr>
              <p:cNvSpPr/>
              <p:nvPr/>
            </p:nvSpPr>
            <p:spPr>
              <a:xfrm>
                <a:off x="2668693" y="1284798"/>
                <a:ext cx="1178674" cy="2701945"/>
              </a:xfrm>
              <a:prstGeom prst="round2DiagRect">
                <a:avLst>
                  <a:gd name="adj1" fmla="val 22973"/>
                  <a:gd name="adj2" fmla="val 0"/>
                </a:avLst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50000">
                    <a:schemeClr val="bg1"/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246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자유형: 도형 13">
                <a:extLst>
                  <a:ext uri="{FF2B5EF4-FFF2-40B4-BE49-F238E27FC236}">
                    <a16:creationId xmlns:a16="http://schemas.microsoft.com/office/drawing/2014/main" id="{12234702-78C3-9D79-40A9-0C62C8654E82}"/>
                  </a:ext>
                </a:extLst>
              </p:cNvPr>
              <p:cNvSpPr/>
              <p:nvPr/>
            </p:nvSpPr>
            <p:spPr>
              <a:xfrm>
                <a:off x="2668693" y="3166376"/>
                <a:ext cx="1178674" cy="820364"/>
              </a:xfrm>
              <a:prstGeom prst="round2DiagRect">
                <a:avLst>
                  <a:gd name="adj1" fmla="val 21394"/>
                  <a:gd name="adj2" fmla="val 0"/>
                </a:avLst>
              </a:prstGeom>
              <a:solidFill>
                <a:schemeClr val="accent1">
                  <a:lumMod val="75000"/>
                </a:schemeClr>
              </a:solidFill>
              <a:ln w="285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246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28707" name="직사각형 24">
                <a:extLst>
                  <a:ext uri="{FF2B5EF4-FFF2-40B4-BE49-F238E27FC236}">
                    <a16:creationId xmlns:a16="http://schemas.microsoft.com/office/drawing/2014/main" id="{5FD5A8CE-B62B-5834-F4B3-B4816039E8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1457" y="3374070"/>
                <a:ext cx="998492" cy="6338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1600" b="1" dirty="0">
                    <a:solidFill>
                      <a:srgbClr val="F2F2F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58</a:t>
                </a:r>
                <a:r>
                  <a:rPr lang="ko-KR" altLang="en-US" sz="1200" dirty="0">
                    <a:solidFill>
                      <a:srgbClr val="F2F2F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건</a:t>
                </a:r>
                <a:endParaRPr lang="en-US" altLang="ko-KR" sz="1200" dirty="0">
                  <a:solidFill>
                    <a:srgbClr val="F2F2F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>
                  <a:buFont typeface="Arial" panose="020B0604020202020204" pitchFamily="34" charset="0"/>
                  <a:buNone/>
                </a:pPr>
                <a:r>
                  <a:rPr lang="en-US" altLang="ko-KR" sz="1200" b="1" dirty="0">
                    <a:solidFill>
                      <a:srgbClr val="FFFF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(28%)</a:t>
                </a:r>
                <a:endParaRPr lang="ko-KR" altLang="en-US" sz="1200" b="1" dirty="0">
                  <a:solidFill>
                    <a:srgbClr val="FF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8699" name="그룹 45">
              <a:extLst>
                <a:ext uri="{FF2B5EF4-FFF2-40B4-BE49-F238E27FC236}">
                  <a16:creationId xmlns:a16="http://schemas.microsoft.com/office/drawing/2014/main" id="{51D9AD47-FEAA-A336-6489-11C34D3C47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6784" y="1100163"/>
              <a:ext cx="746031" cy="2461840"/>
              <a:chOff x="2670091" y="1286193"/>
              <a:chExt cx="1176069" cy="2746177"/>
            </a:xfrm>
          </p:grpSpPr>
          <p:sp>
            <p:nvSpPr>
              <p:cNvPr id="15" name="사각형: 둥근 대각선 방향 모서리 12">
                <a:extLst>
                  <a:ext uri="{FF2B5EF4-FFF2-40B4-BE49-F238E27FC236}">
                    <a16:creationId xmlns:a16="http://schemas.microsoft.com/office/drawing/2014/main" id="{F1C69FB3-C6D8-6C56-2132-FFE633D88613}"/>
                  </a:ext>
                </a:extLst>
              </p:cNvPr>
              <p:cNvSpPr/>
              <p:nvPr/>
            </p:nvSpPr>
            <p:spPr>
              <a:xfrm>
                <a:off x="2670091" y="1286193"/>
                <a:ext cx="1176069" cy="2700019"/>
              </a:xfrm>
              <a:prstGeom prst="round2DiagRect">
                <a:avLst>
                  <a:gd name="adj1" fmla="val 22973"/>
                  <a:gd name="adj2" fmla="val 0"/>
                </a:avLst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50000">
                    <a:schemeClr val="bg1"/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246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6" name="자유형: 도형 13">
                <a:extLst>
                  <a:ext uri="{FF2B5EF4-FFF2-40B4-BE49-F238E27FC236}">
                    <a16:creationId xmlns:a16="http://schemas.microsoft.com/office/drawing/2014/main" id="{9D6CEE2D-45BE-9D55-2773-FBD7B1B0F0A6}"/>
                  </a:ext>
                </a:extLst>
              </p:cNvPr>
              <p:cNvSpPr/>
              <p:nvPr/>
            </p:nvSpPr>
            <p:spPr>
              <a:xfrm>
                <a:off x="2670091" y="3518360"/>
                <a:ext cx="1176069" cy="469777"/>
              </a:xfrm>
              <a:prstGeom prst="round2DiagRect">
                <a:avLst>
                  <a:gd name="adj1" fmla="val 21394"/>
                  <a:gd name="adj2" fmla="val 0"/>
                </a:avLst>
              </a:prstGeom>
              <a:solidFill>
                <a:schemeClr val="tx2">
                  <a:lumMod val="50000"/>
                </a:schemeClr>
              </a:solidFill>
              <a:ln w="285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246">
                  <a:solidFill>
                    <a:prstClr val="white"/>
                  </a:solidFill>
                </a:endParaRPr>
              </a:p>
            </p:txBody>
          </p:sp>
          <p:sp>
            <p:nvSpPr>
              <p:cNvPr id="28704" name="직사각형 24">
                <a:extLst>
                  <a:ext uri="{FF2B5EF4-FFF2-40B4-BE49-F238E27FC236}">
                    <a16:creationId xmlns:a16="http://schemas.microsoft.com/office/drawing/2014/main" id="{2011DAC8-5C2D-831C-4F16-EF3CA95385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6388" y="3562593"/>
                <a:ext cx="851038" cy="469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>
                  <a:lnSpc>
                    <a:spcPct val="80000"/>
                  </a:lnSpc>
                </a:pPr>
                <a:r>
                  <a:rPr lang="en-US" altLang="ko-KR" sz="1200" dirty="0">
                    <a:solidFill>
                      <a:srgbClr val="F2F2F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9</a:t>
                </a:r>
                <a:r>
                  <a:rPr lang="ko-KR" altLang="en-US" sz="1200" dirty="0">
                    <a:solidFill>
                      <a:srgbClr val="F2F2F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건</a:t>
                </a:r>
                <a:endParaRPr lang="en-US" altLang="ko-KR" sz="1200" dirty="0">
                  <a:solidFill>
                    <a:srgbClr val="F2F2F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>
                  <a:lnSpc>
                    <a:spcPct val="80000"/>
                  </a:lnSpc>
                  <a:buFont typeface="Arial" panose="020B0604020202020204" pitchFamily="34" charset="0"/>
                  <a:buNone/>
                </a:pPr>
                <a:r>
                  <a:rPr lang="en-US" altLang="ko-KR" sz="1200" b="1" dirty="0">
                    <a:solidFill>
                      <a:srgbClr val="FFFF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(4%)</a:t>
                </a:r>
                <a:endParaRPr lang="ko-KR" altLang="en-US" sz="1200" b="1" dirty="0">
                  <a:solidFill>
                    <a:srgbClr val="FF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8700" name="직사각형 24">
              <a:extLst>
                <a:ext uri="{FF2B5EF4-FFF2-40B4-BE49-F238E27FC236}">
                  <a16:creationId xmlns:a16="http://schemas.microsoft.com/office/drawing/2014/main" id="{E757BEED-ABAE-453E-3366-EB79C2E6B4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0912" y="1096715"/>
              <a:ext cx="63671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ko-KR" altLang="en-US" sz="1200" b="1" u="sng"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기아 </a:t>
              </a:r>
              <a:r>
                <a:rPr lang="en-US" altLang="ko-KR" sz="1200" b="1" u="sng"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1200" u="sng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701" name="직사각형 24">
              <a:extLst>
                <a:ext uri="{FF2B5EF4-FFF2-40B4-BE49-F238E27FC236}">
                  <a16:creationId xmlns:a16="http://schemas.microsoft.com/office/drawing/2014/main" id="{936ADA9A-5BD1-1A60-8EC1-3E0B588DF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9326" y="1121689"/>
              <a:ext cx="673426" cy="300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ko-KR" altLang="en-US" sz="1200" b="1" u="sng"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출하장</a:t>
              </a:r>
            </a:p>
          </p:txBody>
        </p:sp>
      </p:grpSp>
      <p:grpSp>
        <p:nvGrpSpPr>
          <p:cNvPr id="28687" name="그룹 45">
            <a:extLst>
              <a:ext uri="{FF2B5EF4-FFF2-40B4-BE49-F238E27FC236}">
                <a16:creationId xmlns:a16="http://schemas.microsoft.com/office/drawing/2014/main" id="{249D44D7-C9F2-ACD8-28E4-856D19EA0E61}"/>
              </a:ext>
            </a:extLst>
          </p:cNvPr>
          <p:cNvGrpSpPr>
            <a:grpSpLocks/>
          </p:cNvGrpSpPr>
          <p:nvPr/>
        </p:nvGrpSpPr>
        <p:grpSpPr bwMode="auto">
          <a:xfrm>
            <a:off x="750888" y="4194175"/>
            <a:ext cx="715962" cy="2259014"/>
            <a:chOff x="2669942" y="1251326"/>
            <a:chExt cx="1176012" cy="2736561"/>
          </a:xfrm>
        </p:grpSpPr>
        <p:sp>
          <p:nvSpPr>
            <p:cNvPr id="36" name="사각형: 둥근 대각선 방향 모서리 12">
              <a:extLst>
                <a:ext uri="{FF2B5EF4-FFF2-40B4-BE49-F238E27FC236}">
                  <a16:creationId xmlns:a16="http://schemas.microsoft.com/office/drawing/2014/main" id="{27956485-07C1-F064-3688-8DD96AF7659F}"/>
                </a:ext>
              </a:extLst>
            </p:cNvPr>
            <p:cNvSpPr/>
            <p:nvPr/>
          </p:nvSpPr>
          <p:spPr>
            <a:xfrm>
              <a:off x="2669942" y="1285942"/>
              <a:ext cx="1176012" cy="2700021"/>
            </a:xfrm>
            <a:prstGeom prst="round2DiagRect">
              <a:avLst>
                <a:gd name="adj1" fmla="val 22973"/>
                <a:gd name="adj2" fmla="val 0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bg1"/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46">
                <a:solidFill>
                  <a:prstClr val="white"/>
                </a:solidFill>
              </a:endParaRPr>
            </a:p>
          </p:txBody>
        </p:sp>
        <p:sp>
          <p:nvSpPr>
            <p:cNvPr id="37" name="자유형: 도형 13">
              <a:extLst>
                <a:ext uri="{FF2B5EF4-FFF2-40B4-BE49-F238E27FC236}">
                  <a16:creationId xmlns:a16="http://schemas.microsoft.com/office/drawing/2014/main" id="{28F3AD7C-1712-1EE1-EA03-74008A64189B}"/>
                </a:ext>
              </a:extLst>
            </p:cNvPr>
            <p:cNvSpPr/>
            <p:nvPr/>
          </p:nvSpPr>
          <p:spPr>
            <a:xfrm>
              <a:off x="2669942" y="2592382"/>
              <a:ext cx="1176012" cy="1395505"/>
            </a:xfrm>
            <a:prstGeom prst="round2DiagRect">
              <a:avLst>
                <a:gd name="adj1" fmla="val 21394"/>
                <a:gd name="adj2" fmla="val 0"/>
              </a:avLst>
            </a:prstGeom>
            <a:solidFill>
              <a:schemeClr val="accent2">
                <a:lumMod val="75000"/>
              </a:schemeClr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46">
                <a:solidFill>
                  <a:prstClr val="white"/>
                </a:solidFill>
              </a:endParaRPr>
            </a:p>
          </p:txBody>
        </p:sp>
        <p:sp>
          <p:nvSpPr>
            <p:cNvPr id="38" name="직사각형 24">
              <a:extLst>
                <a:ext uri="{FF2B5EF4-FFF2-40B4-BE49-F238E27FC236}">
                  <a16:creationId xmlns:a16="http://schemas.microsoft.com/office/drawing/2014/main" id="{68C4D598-5804-03C8-DBA5-B1F654BAF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2562" y="3173324"/>
              <a:ext cx="1109035" cy="78296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latinLnBrk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 altLang="ko-KR" sz="2400" b="1" dirty="0">
                  <a:solidFill>
                    <a:srgbClr val="F2F2F2"/>
                  </a:solidFill>
                  <a:latin typeface="맑은 고딕" panose="020B0503020000020004" pitchFamily="50" charset="-127"/>
                </a:rPr>
                <a:t>99</a:t>
              </a:r>
              <a:r>
                <a:rPr lang="ko-KR" altLang="en-US" sz="1050" dirty="0">
                  <a:solidFill>
                    <a:srgbClr val="F2F2F2"/>
                  </a:solidFill>
                  <a:latin typeface="맑은 고딕" panose="020B0503020000020004" pitchFamily="50" charset="-127"/>
                </a:rPr>
                <a:t>건</a:t>
              </a:r>
              <a:endParaRPr lang="en-US" altLang="ko-KR" sz="1200" dirty="0">
                <a:solidFill>
                  <a:srgbClr val="F2F2F2"/>
                </a:solidFill>
                <a:latin typeface="맑은 고딕" panose="020B0503020000020004" pitchFamily="50" charset="-127"/>
              </a:endParaRPr>
            </a:p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ko-KR" sz="1200" b="1" dirty="0">
                  <a:solidFill>
                    <a:srgbClr val="FFFF00"/>
                  </a:solidFill>
                  <a:latin typeface="맑은 고딕" panose="020B0503020000020004" pitchFamily="50" charset="-127"/>
                </a:rPr>
                <a:t>(48%)</a:t>
              </a:r>
              <a:endParaRPr lang="ko-KR" altLang="en-US" sz="1200" b="1" dirty="0">
                <a:solidFill>
                  <a:srgbClr val="FFFF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8696" name="직사각형 24">
              <a:extLst>
                <a:ext uri="{FF2B5EF4-FFF2-40B4-BE49-F238E27FC236}">
                  <a16:creationId xmlns:a16="http://schemas.microsoft.com/office/drawing/2014/main" id="{FE76B9AA-9F92-1573-6196-5352DD0E7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401" y="1251326"/>
              <a:ext cx="808847" cy="335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ko-KR" altLang="en-US" sz="1200" b="1" u="sng"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기아</a:t>
              </a:r>
              <a:endParaRPr lang="ko-KR" altLang="en-US" sz="1200" u="sng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8688" name="그룹 45">
            <a:extLst>
              <a:ext uri="{FF2B5EF4-FFF2-40B4-BE49-F238E27FC236}">
                <a16:creationId xmlns:a16="http://schemas.microsoft.com/office/drawing/2014/main" id="{7A7B86ED-7A4A-9554-004D-1C1163679384}"/>
              </a:ext>
            </a:extLst>
          </p:cNvPr>
          <p:cNvGrpSpPr>
            <a:grpSpLocks/>
          </p:cNvGrpSpPr>
          <p:nvPr/>
        </p:nvGrpSpPr>
        <p:grpSpPr bwMode="auto">
          <a:xfrm>
            <a:off x="1485593" y="4216400"/>
            <a:ext cx="853119" cy="2232025"/>
            <a:chOff x="2537738" y="1284798"/>
            <a:chExt cx="1401295" cy="2703865"/>
          </a:xfrm>
        </p:grpSpPr>
        <p:sp>
          <p:nvSpPr>
            <p:cNvPr id="33" name="사각형: 둥근 대각선 방향 모서리 12">
              <a:extLst>
                <a:ext uri="{FF2B5EF4-FFF2-40B4-BE49-F238E27FC236}">
                  <a16:creationId xmlns:a16="http://schemas.microsoft.com/office/drawing/2014/main" id="{FDED4513-D538-30AE-7773-AF7714954E60}"/>
                </a:ext>
              </a:extLst>
            </p:cNvPr>
            <p:cNvSpPr/>
            <p:nvPr/>
          </p:nvSpPr>
          <p:spPr>
            <a:xfrm>
              <a:off x="2671227" y="1284798"/>
              <a:ext cx="1176009" cy="2701943"/>
            </a:xfrm>
            <a:prstGeom prst="round2DiagRect">
              <a:avLst>
                <a:gd name="adj1" fmla="val 22973"/>
                <a:gd name="adj2" fmla="val 0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bg1"/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46">
                <a:solidFill>
                  <a:prstClr val="white"/>
                </a:solidFill>
              </a:endParaRPr>
            </a:p>
          </p:txBody>
        </p:sp>
        <p:sp>
          <p:nvSpPr>
            <p:cNvPr id="34" name="자유형: 도형 13">
              <a:extLst>
                <a:ext uri="{FF2B5EF4-FFF2-40B4-BE49-F238E27FC236}">
                  <a16:creationId xmlns:a16="http://schemas.microsoft.com/office/drawing/2014/main" id="{F8D80C6A-A9EB-6981-4C32-148D2439276A}"/>
                </a:ext>
              </a:extLst>
            </p:cNvPr>
            <p:cNvSpPr/>
            <p:nvPr/>
          </p:nvSpPr>
          <p:spPr>
            <a:xfrm>
              <a:off x="2671227" y="2511699"/>
              <a:ext cx="1176009" cy="1476964"/>
            </a:xfrm>
            <a:prstGeom prst="round2DiagRect">
              <a:avLst>
                <a:gd name="adj1" fmla="val 21394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46" dirty="0">
                <a:solidFill>
                  <a:prstClr val="white"/>
                </a:solidFill>
              </a:endParaRPr>
            </a:p>
          </p:txBody>
        </p:sp>
        <p:sp>
          <p:nvSpPr>
            <p:cNvPr id="35" name="직사각형 24">
              <a:extLst>
                <a:ext uri="{FF2B5EF4-FFF2-40B4-BE49-F238E27FC236}">
                  <a16:creationId xmlns:a16="http://schemas.microsoft.com/office/drawing/2014/main" id="{88F29B6A-4E00-63C5-CF1F-0CB747443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7738" y="3179871"/>
              <a:ext cx="1401295" cy="78296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latinLnBrk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 altLang="ko-KR" sz="2400" b="1" dirty="0">
                  <a:solidFill>
                    <a:srgbClr val="F2F2F2"/>
                  </a:solidFill>
                  <a:latin typeface="맑은 고딕" panose="020B0503020000020004" pitchFamily="50" charset="-127"/>
                </a:rPr>
                <a:t>105</a:t>
              </a:r>
              <a:r>
                <a:rPr lang="ko-KR" altLang="en-US" sz="1050" dirty="0">
                  <a:solidFill>
                    <a:srgbClr val="F2F2F2"/>
                  </a:solidFill>
                  <a:latin typeface="맑은 고딕" panose="020B0503020000020004" pitchFamily="50" charset="-127"/>
                </a:rPr>
                <a:t>건</a:t>
              </a:r>
              <a:endParaRPr lang="en-US" altLang="ko-KR" sz="1200" dirty="0">
                <a:solidFill>
                  <a:srgbClr val="F2F2F2"/>
                </a:solidFill>
                <a:latin typeface="맑은 고딕" panose="020B0503020000020004" pitchFamily="50" charset="-127"/>
              </a:endParaRPr>
            </a:p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 altLang="ko-KR" sz="1200" b="1" dirty="0">
                  <a:solidFill>
                    <a:srgbClr val="FFFF00"/>
                  </a:solidFill>
                  <a:latin typeface="맑은 고딕" panose="020B0503020000020004" pitchFamily="50" charset="-127"/>
                  <a:ea typeface="굴림" charset="-127"/>
                </a:rPr>
                <a:t>(50%)</a:t>
              </a:r>
              <a:endParaRPr lang="ko-KR" altLang="en-US" sz="1200" b="1" dirty="0">
                <a:solidFill>
                  <a:srgbClr val="FFFF00"/>
                </a:solidFill>
                <a:latin typeface="맑은 고딕" panose="020B0503020000020004" pitchFamily="50" charset="-127"/>
                <a:ea typeface="굴림" charset="-127"/>
              </a:endParaRPr>
            </a:p>
          </p:txBody>
        </p:sp>
      </p:grpSp>
      <p:sp>
        <p:nvSpPr>
          <p:cNvPr id="28689" name="직사각형 24">
            <a:extLst>
              <a:ext uri="{FF2B5EF4-FFF2-40B4-BE49-F238E27FC236}">
                <a16:creationId xmlns:a16="http://schemas.microsoft.com/office/drawing/2014/main" id="{00B68B19-588C-92DE-52E4-065EA2512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4762" y="4194175"/>
            <a:ext cx="492431" cy="277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200" b="1" u="sng">
                <a:latin typeface="맑은 고딕" panose="020B0503020000020004" pitchFamily="50" charset="-127"/>
                <a:ea typeface="맑은 고딕" panose="020B0503020000020004" pitchFamily="50" charset="-127"/>
              </a:rPr>
              <a:t>캠스</a:t>
            </a:r>
            <a:endParaRPr lang="ko-KR" altLang="en-US" sz="1200" u="sng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94D9B4-9EEA-2D96-A0C9-6A10FC0896C6}"/>
              </a:ext>
            </a:extLst>
          </p:cNvPr>
          <p:cNvSpPr txBox="1"/>
          <p:nvPr/>
        </p:nvSpPr>
        <p:spPr>
          <a:xfrm>
            <a:off x="8697913" y="1006475"/>
            <a:ext cx="792162" cy="230188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71B352-C545-9639-7CF6-9CFCFEF3E011}"/>
              </a:ext>
            </a:extLst>
          </p:cNvPr>
          <p:cNvSpPr txBox="1"/>
          <p:nvPr/>
        </p:nvSpPr>
        <p:spPr>
          <a:xfrm>
            <a:off x="8693150" y="3724275"/>
            <a:ext cx="792163" cy="230188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graphicFrame>
        <p:nvGraphicFramePr>
          <p:cNvPr id="28681" name="개체 41">
            <a:extLst>
              <a:ext uri="{FF2B5EF4-FFF2-40B4-BE49-F238E27FC236}">
                <a16:creationId xmlns:a16="http://schemas.microsoft.com/office/drawing/2014/main" id="{EFBD3A70-22A5-E1F6-6221-C2CA1A56CC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101123"/>
              </p:ext>
            </p:extLst>
          </p:nvPr>
        </p:nvGraphicFramePr>
        <p:xfrm>
          <a:off x="3652838" y="1306513"/>
          <a:ext cx="5719762" cy="216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981700" imgH="1666875" progId="Excel.Sheet.12">
                  <p:embed/>
                </p:oleObj>
              </mc:Choice>
              <mc:Fallback>
                <p:oleObj name="Worksheet" r:id="rId3" imgW="5981700" imgH="1666875" progId="Excel.Sheet.12">
                  <p:embed/>
                  <p:pic>
                    <p:nvPicPr>
                      <p:cNvPr id="28681" name="개체 41">
                        <a:extLst>
                          <a:ext uri="{FF2B5EF4-FFF2-40B4-BE49-F238E27FC236}">
                            <a16:creationId xmlns:a16="http://schemas.microsoft.com/office/drawing/2014/main" id="{EFBD3A70-22A5-E1F6-6221-C2CA1A56CC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2838" y="1306513"/>
                        <a:ext cx="5719762" cy="216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개체 42">
            <a:extLst>
              <a:ext uri="{FF2B5EF4-FFF2-40B4-BE49-F238E27FC236}">
                <a16:creationId xmlns:a16="http://schemas.microsoft.com/office/drawing/2014/main" id="{D74F3584-CB6C-B26F-9F0C-8BA20895B7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1254147"/>
              </p:ext>
            </p:extLst>
          </p:nvPr>
        </p:nvGraphicFramePr>
        <p:xfrm>
          <a:off x="3654425" y="4043363"/>
          <a:ext cx="5721350" cy="240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5467350" imgH="2428875" progId="Excel.Sheet.12">
                  <p:embed/>
                </p:oleObj>
              </mc:Choice>
              <mc:Fallback>
                <p:oleObj name="Worksheet" r:id="rId5" imgW="5467350" imgH="2428875" progId="Excel.Sheet.12">
                  <p:embed/>
                  <p:pic>
                    <p:nvPicPr>
                      <p:cNvPr id="28682" name="개체 42">
                        <a:extLst>
                          <a:ext uri="{FF2B5EF4-FFF2-40B4-BE49-F238E27FC236}">
                            <a16:creationId xmlns:a16="http://schemas.microsoft.com/office/drawing/2014/main" id="{D74F3584-CB6C-B26F-9F0C-8BA20895B7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4425" y="4043363"/>
                        <a:ext cx="5721350" cy="240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사각형: 둥근 대각선 방향 모서리 12">
            <a:extLst>
              <a:ext uri="{FF2B5EF4-FFF2-40B4-BE49-F238E27FC236}">
                <a16:creationId xmlns:a16="http://schemas.microsoft.com/office/drawing/2014/main" id="{566A4BBC-9096-9906-9488-D9F37702F806}"/>
              </a:ext>
            </a:extLst>
          </p:cNvPr>
          <p:cNvSpPr/>
          <p:nvPr/>
        </p:nvSpPr>
        <p:spPr bwMode="auto">
          <a:xfrm>
            <a:off x="2365375" y="4192588"/>
            <a:ext cx="715963" cy="2230437"/>
          </a:xfrm>
          <a:prstGeom prst="round2DiagRect">
            <a:avLst>
              <a:gd name="adj1" fmla="val 22973"/>
              <a:gd name="adj2" fmla="val 0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50000">
                <a:schemeClr val="bg1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46">
              <a:solidFill>
                <a:prstClr val="white"/>
              </a:solidFill>
            </a:endParaRPr>
          </a:p>
        </p:txBody>
      </p:sp>
      <p:sp>
        <p:nvSpPr>
          <p:cNvPr id="45" name="자유형: 도형 13">
            <a:extLst>
              <a:ext uri="{FF2B5EF4-FFF2-40B4-BE49-F238E27FC236}">
                <a16:creationId xmlns:a16="http://schemas.microsoft.com/office/drawing/2014/main" id="{A34EA84B-061C-AF96-A36F-C1DC51FBC5D4}"/>
              </a:ext>
            </a:extLst>
          </p:cNvPr>
          <p:cNvSpPr/>
          <p:nvPr/>
        </p:nvSpPr>
        <p:spPr bwMode="auto">
          <a:xfrm>
            <a:off x="2365375" y="6154737"/>
            <a:ext cx="715963" cy="269876"/>
          </a:xfrm>
          <a:prstGeom prst="round2DiagRect">
            <a:avLst>
              <a:gd name="adj1" fmla="val 21394"/>
              <a:gd name="adj2" fmla="val 0"/>
            </a:avLst>
          </a:prstGeom>
          <a:solidFill>
            <a:schemeClr val="tx2">
              <a:lumMod val="50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46" dirty="0">
              <a:solidFill>
                <a:prstClr val="white"/>
              </a:solidFill>
            </a:endParaRPr>
          </a:p>
        </p:txBody>
      </p:sp>
      <p:sp>
        <p:nvSpPr>
          <p:cNvPr id="28685" name="직사각형 24">
            <a:extLst>
              <a:ext uri="{FF2B5EF4-FFF2-40B4-BE49-F238E27FC236}">
                <a16:creationId xmlns:a16="http://schemas.microsoft.com/office/drawing/2014/main" id="{FBF0E6AC-BC4B-E432-547A-DA33E287C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4171" y="5835650"/>
            <a:ext cx="54694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ko-KR" sz="1200" b="1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(2%)</a:t>
            </a:r>
            <a:endParaRPr lang="ko-KR" altLang="en-US" sz="1200" b="1" dirty="0">
              <a:solidFill>
                <a:srgbClr val="FFFF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686" name="직사각형 24">
            <a:extLst>
              <a:ext uri="{FF2B5EF4-FFF2-40B4-BE49-F238E27FC236}">
                <a16:creationId xmlns:a16="http://schemas.microsoft.com/office/drawing/2014/main" id="{20D574F6-B8DF-C751-2E1F-C4CF56DC1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375" y="4194175"/>
            <a:ext cx="4921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200" b="1" u="sng">
                <a:latin typeface="맑은 고딕" panose="020B0503020000020004" pitchFamily="50" charset="-127"/>
                <a:ea typeface="맑은 고딕" panose="020B0503020000020004" pitchFamily="50" charset="-127"/>
              </a:rPr>
              <a:t>부영</a:t>
            </a:r>
          </a:p>
        </p:txBody>
      </p:sp>
    </p:spTree>
    <p:extLst>
      <p:ext uri="{BB962C8B-B14F-4D97-AF65-F5344CB8AC3E}">
        <p14:creationId xmlns:p14="http://schemas.microsoft.com/office/powerpoint/2010/main" val="1664228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5E63A-B488-738F-FEDA-5F14BC99D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>
            <a:extLst>
              <a:ext uri="{FF2B5EF4-FFF2-40B4-BE49-F238E27FC236}">
                <a16:creationId xmlns:a16="http://schemas.microsoft.com/office/drawing/2014/main" id="{6F35877B-DF95-CA36-7598-DA5064B9A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46" y="25400"/>
            <a:ext cx="7881282" cy="40011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9pPr>
          </a:lstStyle>
          <a:p>
            <a:pPr eaLnBrk="1" fontAlgn="ctr" latinLnBrk="1" hangingPunct="1">
              <a:defRPr/>
            </a:pPr>
            <a:r>
              <a:rPr lang="ko-KR" altLang="en-US" sz="200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■ </a:t>
            </a:r>
            <a:r>
              <a:rPr lang="en-US" altLang="ko-KR" sz="200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26. 3</a:t>
            </a:r>
            <a:r>
              <a:rPr lang="ko-KR" altLang="en-US" sz="200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월 </a:t>
            </a:r>
            <a:r>
              <a:rPr lang="ko-KR" altLang="en-US" sz="2000" dirty="0" err="1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알카</a:t>
            </a:r>
            <a:r>
              <a:rPr lang="ko-KR" altLang="en-US" sz="200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공급 현황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6F84EC-DC31-938E-DA24-DE6374CEB519}"/>
              </a:ext>
            </a:extLst>
          </p:cNvPr>
          <p:cNvSpPr txBox="1"/>
          <p:nvPr/>
        </p:nvSpPr>
        <p:spPr>
          <a:xfrm>
            <a:off x="215900" y="703263"/>
            <a:ext cx="2535238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400" b="1">
                <a:latin typeface="+mj-ea"/>
                <a:ea typeface="+mj-ea"/>
              </a:rPr>
              <a:t>◎ 공장 및 출하장 공급 수량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8775D9-5086-0DB9-B3CD-2DE05CBB0A4C}"/>
              </a:ext>
            </a:extLst>
          </p:cNvPr>
          <p:cNvSpPr txBox="1"/>
          <p:nvPr/>
        </p:nvSpPr>
        <p:spPr>
          <a:xfrm>
            <a:off x="215900" y="3684588"/>
            <a:ext cx="205105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400" b="1" dirty="0">
                <a:latin typeface="+mj-ea"/>
                <a:ea typeface="+mj-ea"/>
              </a:rPr>
              <a:t>◎ 아이템 및 귀책 현황</a:t>
            </a:r>
          </a:p>
        </p:txBody>
      </p:sp>
      <p:grpSp>
        <p:nvGrpSpPr>
          <p:cNvPr id="28677" name="그룹 6">
            <a:extLst>
              <a:ext uri="{FF2B5EF4-FFF2-40B4-BE49-F238E27FC236}">
                <a16:creationId xmlns:a16="http://schemas.microsoft.com/office/drawing/2014/main" id="{C2DC7A84-6891-174B-B82A-CF40FDDF0E24}"/>
              </a:ext>
            </a:extLst>
          </p:cNvPr>
          <p:cNvGrpSpPr>
            <a:grpSpLocks/>
          </p:cNvGrpSpPr>
          <p:nvPr/>
        </p:nvGrpSpPr>
        <p:grpSpPr bwMode="auto">
          <a:xfrm>
            <a:off x="727074" y="1158875"/>
            <a:ext cx="2354264" cy="2270125"/>
            <a:chOff x="579680" y="1096715"/>
            <a:chExt cx="2453135" cy="2465288"/>
          </a:xfrm>
        </p:grpSpPr>
        <p:grpSp>
          <p:nvGrpSpPr>
            <p:cNvPr id="28697" name="그룹 45">
              <a:extLst>
                <a:ext uri="{FF2B5EF4-FFF2-40B4-BE49-F238E27FC236}">
                  <a16:creationId xmlns:a16="http://schemas.microsoft.com/office/drawing/2014/main" id="{3D98A028-A983-4BF3-E8AB-03C65C20B7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680" y="1096715"/>
              <a:ext cx="746031" cy="2453216"/>
              <a:chOff x="2669941" y="1251326"/>
              <a:chExt cx="1176069" cy="2736558"/>
            </a:xfrm>
          </p:grpSpPr>
          <p:sp>
            <p:nvSpPr>
              <p:cNvPr id="25" name="사각형: 둥근 대각선 방향 모서리 12">
                <a:extLst>
                  <a:ext uri="{FF2B5EF4-FFF2-40B4-BE49-F238E27FC236}">
                    <a16:creationId xmlns:a16="http://schemas.microsoft.com/office/drawing/2014/main" id="{C7BBA12E-93FB-BC82-17EF-789927E7C2EA}"/>
                  </a:ext>
                </a:extLst>
              </p:cNvPr>
              <p:cNvSpPr/>
              <p:nvPr/>
            </p:nvSpPr>
            <p:spPr>
              <a:xfrm>
                <a:off x="2669941" y="1285942"/>
                <a:ext cx="1176069" cy="2700022"/>
              </a:xfrm>
              <a:prstGeom prst="round2DiagRect">
                <a:avLst>
                  <a:gd name="adj1" fmla="val 22973"/>
                  <a:gd name="adj2" fmla="val 0"/>
                </a:avLst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50000">
                    <a:schemeClr val="bg1"/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246">
                  <a:solidFill>
                    <a:prstClr val="white"/>
                  </a:solidFill>
                </a:endParaRPr>
              </a:p>
            </p:txBody>
          </p:sp>
          <p:sp>
            <p:nvSpPr>
              <p:cNvPr id="26" name="자유형: 도형 13">
                <a:extLst>
                  <a:ext uri="{FF2B5EF4-FFF2-40B4-BE49-F238E27FC236}">
                    <a16:creationId xmlns:a16="http://schemas.microsoft.com/office/drawing/2014/main" id="{AB0FBD8E-14AA-E4AF-FE40-AA96BCA6D861}"/>
                  </a:ext>
                </a:extLst>
              </p:cNvPr>
              <p:cNvSpPr/>
              <p:nvPr/>
            </p:nvSpPr>
            <p:spPr>
              <a:xfrm>
                <a:off x="2669941" y="2478624"/>
                <a:ext cx="1176069" cy="1509260"/>
              </a:xfrm>
              <a:prstGeom prst="round2DiagRect">
                <a:avLst>
                  <a:gd name="adj1" fmla="val 21394"/>
                  <a:gd name="adj2" fmla="val 0"/>
                </a:avLst>
              </a:prstGeom>
              <a:solidFill>
                <a:schemeClr val="accent2">
                  <a:lumMod val="75000"/>
                </a:schemeClr>
              </a:solidFill>
              <a:ln w="285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246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28710" name="직사각형 24">
                <a:extLst>
                  <a:ext uri="{FF2B5EF4-FFF2-40B4-BE49-F238E27FC236}">
                    <a16:creationId xmlns:a16="http://schemas.microsoft.com/office/drawing/2014/main" id="{E9927B41-3E76-08EE-0D3A-307977250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6668" y="3342920"/>
                <a:ext cx="1140685" cy="6338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1600" b="1" dirty="0">
                    <a:solidFill>
                      <a:srgbClr val="F2F2F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126</a:t>
                </a:r>
                <a:r>
                  <a:rPr lang="ko-KR" altLang="en-US" sz="1200" dirty="0">
                    <a:solidFill>
                      <a:srgbClr val="F2F2F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건</a:t>
                </a:r>
                <a:endParaRPr lang="en-US" altLang="ko-KR" sz="1200" dirty="0">
                  <a:solidFill>
                    <a:srgbClr val="F2F2F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/>
                <a:r>
                  <a:rPr lang="en-US" altLang="ko-KR" sz="1200" b="1" dirty="0">
                    <a:solidFill>
                      <a:srgbClr val="FFFF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(58%)</a:t>
                </a:r>
                <a:endParaRPr lang="ko-KR" altLang="en-US" sz="3200" b="1" dirty="0">
                  <a:solidFill>
                    <a:srgbClr val="FF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8711" name="직사각형 24">
                <a:extLst>
                  <a:ext uri="{FF2B5EF4-FFF2-40B4-BE49-F238E27FC236}">
                    <a16:creationId xmlns:a16="http://schemas.microsoft.com/office/drawing/2014/main" id="{ABEA2E95-252A-ABDD-377D-DA6371AEC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1956" y="1251326"/>
                <a:ext cx="1003736" cy="3089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ko-KR" altLang="en-US" sz="1200" b="1" u="sng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기아 </a:t>
                </a:r>
                <a:r>
                  <a:rPr lang="en-US" altLang="ko-KR" sz="1200" b="1" u="sng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</a:t>
                </a:r>
                <a:endParaRPr lang="ko-KR" altLang="en-US" sz="1200" u="sng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8698" name="그룹 45">
              <a:extLst>
                <a:ext uri="{FF2B5EF4-FFF2-40B4-BE49-F238E27FC236}">
                  <a16:creationId xmlns:a16="http://schemas.microsoft.com/office/drawing/2014/main" id="{0FAA9BFF-EF58-FEEF-5EE7-69C46723C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28271" y="1120851"/>
              <a:ext cx="747685" cy="2441152"/>
              <a:chOff x="2668693" y="1284798"/>
              <a:chExt cx="1178674" cy="2723099"/>
            </a:xfrm>
          </p:grpSpPr>
          <p:sp>
            <p:nvSpPr>
              <p:cNvPr id="22" name="사각형: 둥근 대각선 방향 모서리 12">
                <a:extLst>
                  <a:ext uri="{FF2B5EF4-FFF2-40B4-BE49-F238E27FC236}">
                    <a16:creationId xmlns:a16="http://schemas.microsoft.com/office/drawing/2014/main" id="{AC8BDE24-0CCD-57F0-C759-02BBA84F078B}"/>
                  </a:ext>
                </a:extLst>
              </p:cNvPr>
              <p:cNvSpPr/>
              <p:nvPr/>
            </p:nvSpPr>
            <p:spPr>
              <a:xfrm>
                <a:off x="2668693" y="1284798"/>
                <a:ext cx="1178674" cy="2701945"/>
              </a:xfrm>
              <a:prstGeom prst="round2DiagRect">
                <a:avLst>
                  <a:gd name="adj1" fmla="val 22973"/>
                  <a:gd name="adj2" fmla="val 0"/>
                </a:avLst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50000">
                    <a:schemeClr val="bg1"/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246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자유형: 도형 13">
                <a:extLst>
                  <a:ext uri="{FF2B5EF4-FFF2-40B4-BE49-F238E27FC236}">
                    <a16:creationId xmlns:a16="http://schemas.microsoft.com/office/drawing/2014/main" id="{A6AC0F72-1F99-2293-0B0F-BDAFCA268670}"/>
                  </a:ext>
                </a:extLst>
              </p:cNvPr>
              <p:cNvSpPr/>
              <p:nvPr/>
            </p:nvSpPr>
            <p:spPr>
              <a:xfrm>
                <a:off x="2668693" y="3064451"/>
                <a:ext cx="1178674" cy="922289"/>
              </a:xfrm>
              <a:prstGeom prst="round2DiagRect">
                <a:avLst>
                  <a:gd name="adj1" fmla="val 21394"/>
                  <a:gd name="adj2" fmla="val 0"/>
                </a:avLst>
              </a:prstGeom>
              <a:solidFill>
                <a:schemeClr val="accent1">
                  <a:lumMod val="75000"/>
                </a:schemeClr>
              </a:solidFill>
              <a:ln w="285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246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28707" name="직사각형 24">
                <a:extLst>
                  <a:ext uri="{FF2B5EF4-FFF2-40B4-BE49-F238E27FC236}">
                    <a16:creationId xmlns:a16="http://schemas.microsoft.com/office/drawing/2014/main" id="{213A7266-AACF-6B44-CEBD-CF2A444A4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1457" y="3374070"/>
                <a:ext cx="998492" cy="6338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1600" b="1" dirty="0">
                    <a:solidFill>
                      <a:srgbClr val="F2F2F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83</a:t>
                </a:r>
                <a:r>
                  <a:rPr lang="ko-KR" altLang="en-US" sz="1200" dirty="0">
                    <a:solidFill>
                      <a:srgbClr val="F2F2F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건</a:t>
                </a:r>
                <a:endParaRPr lang="en-US" altLang="ko-KR" sz="1200" dirty="0">
                  <a:solidFill>
                    <a:srgbClr val="F2F2F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>
                  <a:buFont typeface="Arial" panose="020B0604020202020204" pitchFamily="34" charset="0"/>
                  <a:buNone/>
                </a:pPr>
                <a:r>
                  <a:rPr lang="en-US" altLang="ko-KR" sz="1200" b="1" dirty="0">
                    <a:solidFill>
                      <a:srgbClr val="FFFF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(39%)</a:t>
                </a:r>
                <a:endParaRPr lang="ko-KR" altLang="en-US" sz="1200" b="1" dirty="0">
                  <a:solidFill>
                    <a:srgbClr val="FF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8699" name="그룹 45">
              <a:extLst>
                <a:ext uri="{FF2B5EF4-FFF2-40B4-BE49-F238E27FC236}">
                  <a16:creationId xmlns:a16="http://schemas.microsoft.com/office/drawing/2014/main" id="{5E365F74-DFDA-9439-B1FA-B4DCF83119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6784" y="1100163"/>
              <a:ext cx="746031" cy="2461840"/>
              <a:chOff x="2670091" y="1286193"/>
              <a:chExt cx="1176069" cy="2746177"/>
            </a:xfrm>
          </p:grpSpPr>
          <p:sp>
            <p:nvSpPr>
              <p:cNvPr id="15" name="사각형: 둥근 대각선 방향 모서리 12">
                <a:extLst>
                  <a:ext uri="{FF2B5EF4-FFF2-40B4-BE49-F238E27FC236}">
                    <a16:creationId xmlns:a16="http://schemas.microsoft.com/office/drawing/2014/main" id="{B0466E12-DC42-C60A-6C1D-460617B623CC}"/>
                  </a:ext>
                </a:extLst>
              </p:cNvPr>
              <p:cNvSpPr/>
              <p:nvPr/>
            </p:nvSpPr>
            <p:spPr>
              <a:xfrm>
                <a:off x="2670091" y="1286193"/>
                <a:ext cx="1176069" cy="2700019"/>
              </a:xfrm>
              <a:prstGeom prst="round2DiagRect">
                <a:avLst>
                  <a:gd name="adj1" fmla="val 22973"/>
                  <a:gd name="adj2" fmla="val 0"/>
                </a:avLst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50000">
                    <a:schemeClr val="bg1"/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246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6" name="자유형: 도형 13">
                <a:extLst>
                  <a:ext uri="{FF2B5EF4-FFF2-40B4-BE49-F238E27FC236}">
                    <a16:creationId xmlns:a16="http://schemas.microsoft.com/office/drawing/2014/main" id="{DDC37554-96AA-E3E1-8FCA-E512435B66B3}"/>
                  </a:ext>
                </a:extLst>
              </p:cNvPr>
              <p:cNvSpPr/>
              <p:nvPr/>
            </p:nvSpPr>
            <p:spPr>
              <a:xfrm>
                <a:off x="2670091" y="3518360"/>
                <a:ext cx="1176069" cy="469777"/>
              </a:xfrm>
              <a:prstGeom prst="round2DiagRect">
                <a:avLst>
                  <a:gd name="adj1" fmla="val 21394"/>
                  <a:gd name="adj2" fmla="val 0"/>
                </a:avLst>
              </a:prstGeom>
              <a:solidFill>
                <a:schemeClr val="tx2">
                  <a:lumMod val="50000"/>
                </a:schemeClr>
              </a:solidFill>
              <a:ln w="285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246">
                  <a:solidFill>
                    <a:prstClr val="white"/>
                  </a:solidFill>
                </a:endParaRPr>
              </a:p>
            </p:txBody>
          </p:sp>
          <p:sp>
            <p:nvSpPr>
              <p:cNvPr id="28704" name="직사각형 24">
                <a:extLst>
                  <a:ext uri="{FF2B5EF4-FFF2-40B4-BE49-F238E27FC236}">
                    <a16:creationId xmlns:a16="http://schemas.microsoft.com/office/drawing/2014/main" id="{0996E62F-5A14-3F60-0EEF-66B6F2707C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6388" y="3562593"/>
                <a:ext cx="851038" cy="469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>
                  <a:lnSpc>
                    <a:spcPct val="80000"/>
                  </a:lnSpc>
                </a:pPr>
                <a:r>
                  <a:rPr lang="en-US" altLang="ko-KR" sz="1200" dirty="0">
                    <a:solidFill>
                      <a:srgbClr val="F2F2F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7</a:t>
                </a:r>
                <a:r>
                  <a:rPr lang="ko-KR" altLang="en-US" sz="1200" dirty="0">
                    <a:solidFill>
                      <a:srgbClr val="F2F2F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건</a:t>
                </a:r>
                <a:endParaRPr lang="en-US" altLang="ko-KR" sz="1200" dirty="0">
                  <a:solidFill>
                    <a:srgbClr val="F2F2F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>
                  <a:lnSpc>
                    <a:spcPct val="80000"/>
                  </a:lnSpc>
                  <a:buFont typeface="Arial" panose="020B0604020202020204" pitchFamily="34" charset="0"/>
                  <a:buNone/>
                </a:pPr>
                <a:r>
                  <a:rPr lang="en-US" altLang="ko-KR" sz="1200" b="1" dirty="0">
                    <a:solidFill>
                      <a:srgbClr val="FFFF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(3%)</a:t>
                </a:r>
                <a:endParaRPr lang="ko-KR" altLang="en-US" sz="1200" b="1" dirty="0">
                  <a:solidFill>
                    <a:srgbClr val="FF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8700" name="직사각형 24">
              <a:extLst>
                <a:ext uri="{FF2B5EF4-FFF2-40B4-BE49-F238E27FC236}">
                  <a16:creationId xmlns:a16="http://schemas.microsoft.com/office/drawing/2014/main" id="{792D07ED-FBCB-D20A-4443-5F7874226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0912" y="1096715"/>
              <a:ext cx="63671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ko-KR" altLang="en-US" sz="1200" b="1" u="sng"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기아 </a:t>
              </a:r>
              <a:r>
                <a:rPr lang="en-US" altLang="ko-KR" sz="1200" b="1" u="sng"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1200" u="sng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701" name="직사각형 24">
              <a:extLst>
                <a:ext uri="{FF2B5EF4-FFF2-40B4-BE49-F238E27FC236}">
                  <a16:creationId xmlns:a16="http://schemas.microsoft.com/office/drawing/2014/main" id="{058228DA-DEAE-899C-9C6E-50E8187A66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9326" y="1121689"/>
              <a:ext cx="673426" cy="300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ko-KR" altLang="en-US" sz="1200" b="1" u="sng"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출하장</a:t>
              </a:r>
            </a:p>
          </p:txBody>
        </p:sp>
      </p:grpSp>
      <p:grpSp>
        <p:nvGrpSpPr>
          <p:cNvPr id="28687" name="그룹 45">
            <a:extLst>
              <a:ext uri="{FF2B5EF4-FFF2-40B4-BE49-F238E27FC236}">
                <a16:creationId xmlns:a16="http://schemas.microsoft.com/office/drawing/2014/main" id="{D65F71B3-8A86-11A9-107E-1D257E331D85}"/>
              </a:ext>
            </a:extLst>
          </p:cNvPr>
          <p:cNvGrpSpPr>
            <a:grpSpLocks/>
          </p:cNvGrpSpPr>
          <p:nvPr/>
        </p:nvGrpSpPr>
        <p:grpSpPr bwMode="auto">
          <a:xfrm>
            <a:off x="687868" y="4194175"/>
            <a:ext cx="853119" cy="2259014"/>
            <a:chOff x="2566428" y="1251326"/>
            <a:chExt cx="1401301" cy="2736561"/>
          </a:xfrm>
        </p:grpSpPr>
        <p:sp>
          <p:nvSpPr>
            <p:cNvPr id="36" name="사각형: 둥근 대각선 방향 모서리 12">
              <a:extLst>
                <a:ext uri="{FF2B5EF4-FFF2-40B4-BE49-F238E27FC236}">
                  <a16:creationId xmlns:a16="http://schemas.microsoft.com/office/drawing/2014/main" id="{008CA602-A963-14F3-7BCA-C88358908E6A}"/>
                </a:ext>
              </a:extLst>
            </p:cNvPr>
            <p:cNvSpPr/>
            <p:nvPr/>
          </p:nvSpPr>
          <p:spPr>
            <a:xfrm>
              <a:off x="2669942" y="1285942"/>
              <a:ext cx="1176012" cy="2700021"/>
            </a:xfrm>
            <a:prstGeom prst="round2DiagRect">
              <a:avLst>
                <a:gd name="adj1" fmla="val 22973"/>
                <a:gd name="adj2" fmla="val 0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bg1"/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46">
                <a:solidFill>
                  <a:prstClr val="white"/>
                </a:solidFill>
              </a:endParaRPr>
            </a:p>
          </p:txBody>
        </p:sp>
        <p:sp>
          <p:nvSpPr>
            <p:cNvPr id="37" name="자유형: 도형 13">
              <a:extLst>
                <a:ext uri="{FF2B5EF4-FFF2-40B4-BE49-F238E27FC236}">
                  <a16:creationId xmlns:a16="http://schemas.microsoft.com/office/drawing/2014/main" id="{2C4BB747-B7F8-E99E-D200-4168346976C5}"/>
                </a:ext>
              </a:extLst>
            </p:cNvPr>
            <p:cNvSpPr/>
            <p:nvPr/>
          </p:nvSpPr>
          <p:spPr>
            <a:xfrm>
              <a:off x="2669942" y="2203686"/>
              <a:ext cx="1176012" cy="1784201"/>
            </a:xfrm>
            <a:prstGeom prst="round2DiagRect">
              <a:avLst>
                <a:gd name="adj1" fmla="val 21394"/>
                <a:gd name="adj2" fmla="val 0"/>
              </a:avLst>
            </a:prstGeom>
            <a:solidFill>
              <a:schemeClr val="accent2">
                <a:lumMod val="75000"/>
              </a:schemeClr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46">
                <a:solidFill>
                  <a:prstClr val="white"/>
                </a:solidFill>
              </a:endParaRPr>
            </a:p>
          </p:txBody>
        </p:sp>
        <p:sp>
          <p:nvSpPr>
            <p:cNvPr id="38" name="직사각형 24">
              <a:extLst>
                <a:ext uri="{FF2B5EF4-FFF2-40B4-BE49-F238E27FC236}">
                  <a16:creationId xmlns:a16="http://schemas.microsoft.com/office/drawing/2014/main" id="{F1C1F4B4-2F50-3A25-1DBA-4D18D6F1EA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6428" y="3173324"/>
              <a:ext cx="1401301" cy="78296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latinLnBrk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 altLang="ko-KR" sz="2400" b="1" dirty="0">
                  <a:solidFill>
                    <a:srgbClr val="F2F2F2"/>
                  </a:solidFill>
                  <a:latin typeface="맑은 고딕" panose="020B0503020000020004" pitchFamily="50" charset="-127"/>
                </a:rPr>
                <a:t>110</a:t>
              </a:r>
              <a:r>
                <a:rPr lang="ko-KR" altLang="en-US" sz="1050" dirty="0">
                  <a:solidFill>
                    <a:srgbClr val="F2F2F2"/>
                  </a:solidFill>
                  <a:latin typeface="맑은 고딕" panose="020B0503020000020004" pitchFamily="50" charset="-127"/>
                </a:rPr>
                <a:t>건</a:t>
              </a:r>
              <a:endParaRPr lang="en-US" altLang="ko-KR" sz="1200" dirty="0">
                <a:solidFill>
                  <a:srgbClr val="F2F2F2"/>
                </a:solidFill>
                <a:latin typeface="맑은 고딕" panose="020B0503020000020004" pitchFamily="50" charset="-127"/>
              </a:endParaRPr>
            </a:p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ko-KR" sz="1200" b="1" dirty="0">
                  <a:solidFill>
                    <a:srgbClr val="FFFF00"/>
                  </a:solidFill>
                  <a:latin typeface="맑은 고딕" panose="020B0503020000020004" pitchFamily="50" charset="-127"/>
                </a:rPr>
                <a:t>(52%)</a:t>
              </a:r>
              <a:endParaRPr lang="ko-KR" altLang="en-US" sz="1200" b="1" dirty="0">
                <a:solidFill>
                  <a:srgbClr val="FFFF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8696" name="직사각형 24">
              <a:extLst>
                <a:ext uri="{FF2B5EF4-FFF2-40B4-BE49-F238E27FC236}">
                  <a16:creationId xmlns:a16="http://schemas.microsoft.com/office/drawing/2014/main" id="{46F8E020-D94E-AE90-0151-65468D083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401" y="1251326"/>
              <a:ext cx="808847" cy="335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ko-KR" altLang="en-US" sz="1200" b="1" u="sng"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기아</a:t>
              </a:r>
              <a:endParaRPr lang="ko-KR" altLang="en-US" sz="1200" u="sng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8688" name="그룹 45">
            <a:extLst>
              <a:ext uri="{FF2B5EF4-FFF2-40B4-BE49-F238E27FC236}">
                <a16:creationId xmlns:a16="http://schemas.microsoft.com/office/drawing/2014/main" id="{FDD84213-39D2-1FCD-4280-37D9835C3FD2}"/>
              </a:ext>
            </a:extLst>
          </p:cNvPr>
          <p:cNvGrpSpPr>
            <a:grpSpLocks/>
          </p:cNvGrpSpPr>
          <p:nvPr/>
        </p:nvGrpSpPr>
        <p:grpSpPr bwMode="auto">
          <a:xfrm>
            <a:off x="1566862" y="4216400"/>
            <a:ext cx="715963" cy="2232025"/>
            <a:chOff x="2671227" y="1284798"/>
            <a:chExt cx="1176009" cy="2703865"/>
          </a:xfrm>
        </p:grpSpPr>
        <p:sp>
          <p:nvSpPr>
            <p:cNvPr id="33" name="사각형: 둥근 대각선 방향 모서리 12">
              <a:extLst>
                <a:ext uri="{FF2B5EF4-FFF2-40B4-BE49-F238E27FC236}">
                  <a16:creationId xmlns:a16="http://schemas.microsoft.com/office/drawing/2014/main" id="{5450317F-9736-B886-86BF-D699CFFB5B1D}"/>
                </a:ext>
              </a:extLst>
            </p:cNvPr>
            <p:cNvSpPr/>
            <p:nvPr/>
          </p:nvSpPr>
          <p:spPr>
            <a:xfrm>
              <a:off x="2671227" y="1284798"/>
              <a:ext cx="1176009" cy="2701943"/>
            </a:xfrm>
            <a:prstGeom prst="round2DiagRect">
              <a:avLst>
                <a:gd name="adj1" fmla="val 22973"/>
                <a:gd name="adj2" fmla="val 0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bg1"/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46">
                <a:solidFill>
                  <a:prstClr val="white"/>
                </a:solidFill>
              </a:endParaRPr>
            </a:p>
          </p:txBody>
        </p:sp>
        <p:sp>
          <p:nvSpPr>
            <p:cNvPr id="34" name="자유형: 도형 13">
              <a:extLst>
                <a:ext uri="{FF2B5EF4-FFF2-40B4-BE49-F238E27FC236}">
                  <a16:creationId xmlns:a16="http://schemas.microsoft.com/office/drawing/2014/main" id="{D611DCF3-03AC-1EF8-B415-8AB8C6FF4442}"/>
                </a:ext>
              </a:extLst>
            </p:cNvPr>
            <p:cNvSpPr/>
            <p:nvPr/>
          </p:nvSpPr>
          <p:spPr>
            <a:xfrm>
              <a:off x="2671227" y="2511699"/>
              <a:ext cx="1176009" cy="1476964"/>
            </a:xfrm>
            <a:prstGeom prst="round2DiagRect">
              <a:avLst>
                <a:gd name="adj1" fmla="val 21394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46" dirty="0">
                <a:solidFill>
                  <a:prstClr val="white"/>
                </a:solidFill>
              </a:endParaRPr>
            </a:p>
          </p:txBody>
        </p:sp>
        <p:sp>
          <p:nvSpPr>
            <p:cNvPr id="35" name="직사각형 24">
              <a:extLst>
                <a:ext uri="{FF2B5EF4-FFF2-40B4-BE49-F238E27FC236}">
                  <a16:creationId xmlns:a16="http://schemas.microsoft.com/office/drawing/2014/main" id="{EF2A9D27-25B9-9102-655F-18B42FB22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3870" y="3179871"/>
              <a:ext cx="1109031" cy="782962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latinLnBrk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 altLang="ko-KR" sz="2400" b="1" dirty="0">
                  <a:solidFill>
                    <a:srgbClr val="F2F2F2"/>
                  </a:solidFill>
                  <a:latin typeface="맑은 고딕" panose="020B0503020000020004" pitchFamily="50" charset="-127"/>
                </a:rPr>
                <a:t>96</a:t>
              </a:r>
              <a:r>
                <a:rPr lang="ko-KR" altLang="en-US" sz="1050" dirty="0">
                  <a:solidFill>
                    <a:srgbClr val="F2F2F2"/>
                  </a:solidFill>
                  <a:latin typeface="맑은 고딕" panose="020B0503020000020004" pitchFamily="50" charset="-127"/>
                </a:rPr>
                <a:t>건</a:t>
              </a:r>
              <a:endParaRPr lang="en-US" altLang="ko-KR" sz="1200" dirty="0">
                <a:solidFill>
                  <a:srgbClr val="F2F2F2"/>
                </a:solidFill>
                <a:latin typeface="맑은 고딕" panose="020B0503020000020004" pitchFamily="50" charset="-127"/>
              </a:endParaRPr>
            </a:p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 altLang="ko-KR" sz="1200" b="1" dirty="0">
                  <a:solidFill>
                    <a:srgbClr val="FFFF00"/>
                  </a:solidFill>
                  <a:latin typeface="맑은 고딕" panose="020B0503020000020004" pitchFamily="50" charset="-127"/>
                  <a:ea typeface="굴림" charset="-127"/>
                </a:rPr>
                <a:t>(45%)</a:t>
              </a:r>
              <a:endParaRPr lang="ko-KR" altLang="en-US" sz="1200" b="1" dirty="0">
                <a:solidFill>
                  <a:srgbClr val="FFFF00"/>
                </a:solidFill>
                <a:latin typeface="맑은 고딕" panose="020B0503020000020004" pitchFamily="50" charset="-127"/>
                <a:ea typeface="굴림" charset="-127"/>
              </a:endParaRPr>
            </a:p>
          </p:txBody>
        </p:sp>
      </p:grpSp>
      <p:sp>
        <p:nvSpPr>
          <p:cNvPr id="28689" name="직사각형 24">
            <a:extLst>
              <a:ext uri="{FF2B5EF4-FFF2-40B4-BE49-F238E27FC236}">
                <a16:creationId xmlns:a16="http://schemas.microsoft.com/office/drawing/2014/main" id="{8607B607-1B7C-918B-1682-D72B49CDB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4762" y="4194175"/>
            <a:ext cx="492431" cy="277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200" b="1" u="sng">
                <a:latin typeface="맑은 고딕" panose="020B0503020000020004" pitchFamily="50" charset="-127"/>
                <a:ea typeface="맑은 고딕" panose="020B0503020000020004" pitchFamily="50" charset="-127"/>
              </a:rPr>
              <a:t>캠스</a:t>
            </a:r>
            <a:endParaRPr lang="ko-KR" altLang="en-US" sz="1200" u="sng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3CF6F1-D911-F251-C6F9-CAEFE4749E3E}"/>
              </a:ext>
            </a:extLst>
          </p:cNvPr>
          <p:cNvSpPr txBox="1"/>
          <p:nvPr/>
        </p:nvSpPr>
        <p:spPr>
          <a:xfrm>
            <a:off x="8697913" y="1006475"/>
            <a:ext cx="792162" cy="230188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C5AA48-3B8D-FFB2-3854-01942BDB29E7}"/>
              </a:ext>
            </a:extLst>
          </p:cNvPr>
          <p:cNvSpPr txBox="1"/>
          <p:nvPr/>
        </p:nvSpPr>
        <p:spPr>
          <a:xfrm>
            <a:off x="8693150" y="3724275"/>
            <a:ext cx="792163" cy="230188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graphicFrame>
        <p:nvGraphicFramePr>
          <p:cNvPr id="28681" name="개체 41">
            <a:extLst>
              <a:ext uri="{FF2B5EF4-FFF2-40B4-BE49-F238E27FC236}">
                <a16:creationId xmlns:a16="http://schemas.microsoft.com/office/drawing/2014/main" id="{9267F1B2-6F26-2DC1-7CDD-64C539E43F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4390080"/>
              </p:ext>
            </p:extLst>
          </p:nvPr>
        </p:nvGraphicFramePr>
        <p:xfrm>
          <a:off x="3652838" y="1306513"/>
          <a:ext cx="5719762" cy="216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981700" imgH="1666875" progId="Excel.Sheet.12">
                  <p:embed/>
                </p:oleObj>
              </mc:Choice>
              <mc:Fallback>
                <p:oleObj name="Worksheet" r:id="rId3" imgW="5981700" imgH="1666875" progId="Excel.Sheet.12">
                  <p:embed/>
                  <p:pic>
                    <p:nvPicPr>
                      <p:cNvPr id="28681" name="개체 41">
                        <a:extLst>
                          <a:ext uri="{FF2B5EF4-FFF2-40B4-BE49-F238E27FC236}">
                            <a16:creationId xmlns:a16="http://schemas.microsoft.com/office/drawing/2014/main" id="{9267F1B2-6F26-2DC1-7CDD-64C539E43F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2838" y="1306513"/>
                        <a:ext cx="5719762" cy="216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개체 42">
            <a:extLst>
              <a:ext uri="{FF2B5EF4-FFF2-40B4-BE49-F238E27FC236}">
                <a16:creationId xmlns:a16="http://schemas.microsoft.com/office/drawing/2014/main" id="{F076C16D-3F70-96D5-5112-CAB7429C9C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809737"/>
              </p:ext>
            </p:extLst>
          </p:nvPr>
        </p:nvGraphicFramePr>
        <p:xfrm>
          <a:off x="3654425" y="4043363"/>
          <a:ext cx="5721350" cy="240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5467350" imgH="2428875" progId="Excel.Sheet.12">
                  <p:embed/>
                </p:oleObj>
              </mc:Choice>
              <mc:Fallback>
                <p:oleObj name="Worksheet" r:id="rId5" imgW="5467350" imgH="2428875" progId="Excel.Sheet.12">
                  <p:embed/>
                  <p:pic>
                    <p:nvPicPr>
                      <p:cNvPr id="28682" name="개체 42">
                        <a:extLst>
                          <a:ext uri="{FF2B5EF4-FFF2-40B4-BE49-F238E27FC236}">
                            <a16:creationId xmlns:a16="http://schemas.microsoft.com/office/drawing/2014/main" id="{F076C16D-3F70-96D5-5112-CAB7429C9C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4425" y="4043363"/>
                        <a:ext cx="5721350" cy="240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사각형: 둥근 대각선 방향 모서리 12">
            <a:extLst>
              <a:ext uri="{FF2B5EF4-FFF2-40B4-BE49-F238E27FC236}">
                <a16:creationId xmlns:a16="http://schemas.microsoft.com/office/drawing/2014/main" id="{1AA51EA0-219C-6D77-C89D-048927B8BEB6}"/>
              </a:ext>
            </a:extLst>
          </p:cNvPr>
          <p:cNvSpPr/>
          <p:nvPr/>
        </p:nvSpPr>
        <p:spPr bwMode="auto">
          <a:xfrm>
            <a:off x="2365375" y="4192588"/>
            <a:ext cx="715963" cy="2230437"/>
          </a:xfrm>
          <a:prstGeom prst="round2DiagRect">
            <a:avLst>
              <a:gd name="adj1" fmla="val 22973"/>
              <a:gd name="adj2" fmla="val 0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50000">
                <a:schemeClr val="bg1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46">
              <a:solidFill>
                <a:prstClr val="white"/>
              </a:solidFill>
            </a:endParaRPr>
          </a:p>
        </p:txBody>
      </p:sp>
      <p:sp>
        <p:nvSpPr>
          <p:cNvPr id="45" name="자유형: 도형 13">
            <a:extLst>
              <a:ext uri="{FF2B5EF4-FFF2-40B4-BE49-F238E27FC236}">
                <a16:creationId xmlns:a16="http://schemas.microsoft.com/office/drawing/2014/main" id="{B1C6DB2D-F5E9-D748-AE97-A95814E207D5}"/>
              </a:ext>
            </a:extLst>
          </p:cNvPr>
          <p:cNvSpPr/>
          <p:nvPr/>
        </p:nvSpPr>
        <p:spPr bwMode="auto">
          <a:xfrm>
            <a:off x="2365375" y="6154737"/>
            <a:ext cx="715963" cy="269876"/>
          </a:xfrm>
          <a:prstGeom prst="round2DiagRect">
            <a:avLst>
              <a:gd name="adj1" fmla="val 21394"/>
              <a:gd name="adj2" fmla="val 0"/>
            </a:avLst>
          </a:prstGeom>
          <a:solidFill>
            <a:schemeClr val="tx2">
              <a:lumMod val="50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46" dirty="0">
              <a:solidFill>
                <a:prstClr val="white"/>
              </a:solidFill>
            </a:endParaRPr>
          </a:p>
        </p:txBody>
      </p:sp>
      <p:sp>
        <p:nvSpPr>
          <p:cNvPr id="28685" name="직사각형 24">
            <a:extLst>
              <a:ext uri="{FF2B5EF4-FFF2-40B4-BE49-F238E27FC236}">
                <a16:creationId xmlns:a16="http://schemas.microsoft.com/office/drawing/2014/main" id="{B174E7A9-727A-54DF-6CDA-CE9F16840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9976" y="5835650"/>
            <a:ext cx="75533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ko-KR" sz="1200" b="1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(3%)</a:t>
            </a:r>
            <a:endParaRPr lang="ko-KR" altLang="en-US" sz="1200" b="1" dirty="0">
              <a:solidFill>
                <a:srgbClr val="FFFF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686" name="직사각형 24">
            <a:extLst>
              <a:ext uri="{FF2B5EF4-FFF2-40B4-BE49-F238E27FC236}">
                <a16:creationId xmlns:a16="http://schemas.microsoft.com/office/drawing/2014/main" id="{2832E19D-0352-F989-B8FD-FF38E931F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375" y="4194175"/>
            <a:ext cx="4921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200" b="1" u="sng">
                <a:latin typeface="맑은 고딕" panose="020B0503020000020004" pitchFamily="50" charset="-127"/>
                <a:ea typeface="맑은 고딕" panose="020B0503020000020004" pitchFamily="50" charset="-127"/>
              </a:rPr>
              <a:t>부영</a:t>
            </a:r>
          </a:p>
        </p:txBody>
      </p:sp>
    </p:spTree>
    <p:extLst>
      <p:ext uri="{BB962C8B-B14F-4D97-AF65-F5344CB8AC3E}">
        <p14:creationId xmlns:p14="http://schemas.microsoft.com/office/powerpoint/2010/main" val="315284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56ABC-26A1-D53C-FA62-C0A3B1EA2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>
            <a:extLst>
              <a:ext uri="{FF2B5EF4-FFF2-40B4-BE49-F238E27FC236}">
                <a16:creationId xmlns:a16="http://schemas.microsoft.com/office/drawing/2014/main" id="{6A1CC3A4-7527-4CD3-049E-EBE18EF32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46" y="25400"/>
            <a:ext cx="7881282" cy="40011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9pPr>
          </a:lstStyle>
          <a:p>
            <a:pPr eaLnBrk="1" fontAlgn="ctr" latinLnBrk="1" hangingPunct="1">
              <a:defRPr/>
            </a:pPr>
            <a:r>
              <a:rPr lang="ko-KR" altLang="en-US" sz="200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■ </a:t>
            </a:r>
            <a:r>
              <a:rPr lang="en-US" altLang="ko-KR" sz="200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26. 2</a:t>
            </a:r>
            <a:r>
              <a:rPr lang="ko-KR" altLang="en-US" sz="200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월 </a:t>
            </a:r>
            <a:r>
              <a:rPr lang="ko-KR" altLang="en-US" sz="2000" dirty="0" err="1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알카</a:t>
            </a:r>
            <a:r>
              <a:rPr lang="ko-KR" altLang="en-US" sz="200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공급 현황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7CBBE-41BF-2EB3-2246-1A2FB8197EC4}"/>
              </a:ext>
            </a:extLst>
          </p:cNvPr>
          <p:cNvSpPr txBox="1"/>
          <p:nvPr/>
        </p:nvSpPr>
        <p:spPr>
          <a:xfrm>
            <a:off x="215900" y="703263"/>
            <a:ext cx="2535238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400" b="1">
                <a:latin typeface="+mj-ea"/>
                <a:ea typeface="+mj-ea"/>
              </a:rPr>
              <a:t>◎ 공장 및 출하장 공급 수량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241E13-0104-3241-1A72-6FD2238A4631}"/>
              </a:ext>
            </a:extLst>
          </p:cNvPr>
          <p:cNvSpPr txBox="1"/>
          <p:nvPr/>
        </p:nvSpPr>
        <p:spPr>
          <a:xfrm>
            <a:off x="215900" y="3684588"/>
            <a:ext cx="205105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400" b="1" dirty="0">
                <a:latin typeface="+mj-ea"/>
                <a:ea typeface="+mj-ea"/>
              </a:rPr>
              <a:t>◎ 아이템 및 귀책 현황</a:t>
            </a:r>
          </a:p>
        </p:txBody>
      </p:sp>
      <p:grpSp>
        <p:nvGrpSpPr>
          <p:cNvPr id="28677" name="그룹 6">
            <a:extLst>
              <a:ext uri="{FF2B5EF4-FFF2-40B4-BE49-F238E27FC236}">
                <a16:creationId xmlns:a16="http://schemas.microsoft.com/office/drawing/2014/main" id="{2864447E-5907-FC12-0F18-3F7DEC829402}"/>
              </a:ext>
            </a:extLst>
          </p:cNvPr>
          <p:cNvGrpSpPr>
            <a:grpSpLocks/>
          </p:cNvGrpSpPr>
          <p:nvPr/>
        </p:nvGrpSpPr>
        <p:grpSpPr bwMode="auto">
          <a:xfrm>
            <a:off x="727074" y="1158875"/>
            <a:ext cx="2354264" cy="2270125"/>
            <a:chOff x="579680" y="1096715"/>
            <a:chExt cx="2453135" cy="2465288"/>
          </a:xfrm>
        </p:grpSpPr>
        <p:grpSp>
          <p:nvGrpSpPr>
            <p:cNvPr id="28697" name="그룹 45">
              <a:extLst>
                <a:ext uri="{FF2B5EF4-FFF2-40B4-BE49-F238E27FC236}">
                  <a16:creationId xmlns:a16="http://schemas.microsoft.com/office/drawing/2014/main" id="{1184E056-43F9-7ADD-28B5-F77EBF6745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680" y="1096715"/>
              <a:ext cx="746031" cy="2453216"/>
              <a:chOff x="2669941" y="1251326"/>
              <a:chExt cx="1176069" cy="2736558"/>
            </a:xfrm>
          </p:grpSpPr>
          <p:sp>
            <p:nvSpPr>
              <p:cNvPr id="25" name="사각형: 둥근 대각선 방향 모서리 12">
                <a:extLst>
                  <a:ext uri="{FF2B5EF4-FFF2-40B4-BE49-F238E27FC236}">
                    <a16:creationId xmlns:a16="http://schemas.microsoft.com/office/drawing/2014/main" id="{82C001E1-3342-CA9C-2792-E8D7CF8213AA}"/>
                  </a:ext>
                </a:extLst>
              </p:cNvPr>
              <p:cNvSpPr/>
              <p:nvPr/>
            </p:nvSpPr>
            <p:spPr>
              <a:xfrm>
                <a:off x="2669941" y="1285942"/>
                <a:ext cx="1176069" cy="2700022"/>
              </a:xfrm>
              <a:prstGeom prst="round2DiagRect">
                <a:avLst>
                  <a:gd name="adj1" fmla="val 22973"/>
                  <a:gd name="adj2" fmla="val 0"/>
                </a:avLst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50000">
                    <a:schemeClr val="bg1"/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246">
                  <a:solidFill>
                    <a:prstClr val="white"/>
                  </a:solidFill>
                </a:endParaRPr>
              </a:p>
            </p:txBody>
          </p:sp>
          <p:sp>
            <p:nvSpPr>
              <p:cNvPr id="26" name="자유형: 도형 13">
                <a:extLst>
                  <a:ext uri="{FF2B5EF4-FFF2-40B4-BE49-F238E27FC236}">
                    <a16:creationId xmlns:a16="http://schemas.microsoft.com/office/drawing/2014/main" id="{7200CA3A-BE61-DD2F-A801-7216C23D3906}"/>
                  </a:ext>
                </a:extLst>
              </p:cNvPr>
              <p:cNvSpPr/>
              <p:nvPr/>
            </p:nvSpPr>
            <p:spPr>
              <a:xfrm>
                <a:off x="2669941" y="2169513"/>
                <a:ext cx="1176069" cy="1818371"/>
              </a:xfrm>
              <a:prstGeom prst="round2DiagRect">
                <a:avLst>
                  <a:gd name="adj1" fmla="val 21394"/>
                  <a:gd name="adj2" fmla="val 0"/>
                </a:avLst>
              </a:prstGeom>
              <a:solidFill>
                <a:schemeClr val="accent2">
                  <a:lumMod val="75000"/>
                </a:schemeClr>
              </a:solidFill>
              <a:ln w="285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246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28710" name="직사각형 24">
                <a:extLst>
                  <a:ext uri="{FF2B5EF4-FFF2-40B4-BE49-F238E27FC236}">
                    <a16:creationId xmlns:a16="http://schemas.microsoft.com/office/drawing/2014/main" id="{4F5B0999-14A5-DECB-E141-18858E81C6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6668" y="2478624"/>
                <a:ext cx="1140685" cy="6338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1600" b="1" dirty="0">
                    <a:solidFill>
                      <a:srgbClr val="F2F2F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140</a:t>
                </a:r>
                <a:r>
                  <a:rPr lang="ko-KR" altLang="en-US" sz="1200" dirty="0">
                    <a:solidFill>
                      <a:srgbClr val="F2F2F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건</a:t>
                </a:r>
                <a:endParaRPr lang="en-US" altLang="ko-KR" sz="1200" dirty="0">
                  <a:solidFill>
                    <a:srgbClr val="F2F2F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/>
                <a:r>
                  <a:rPr lang="en-US" altLang="ko-KR" sz="1200" b="1" dirty="0">
                    <a:solidFill>
                      <a:srgbClr val="FFFF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(70%)</a:t>
                </a:r>
                <a:endParaRPr lang="ko-KR" altLang="en-US" sz="3200" b="1" dirty="0">
                  <a:solidFill>
                    <a:srgbClr val="FF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8711" name="직사각형 24">
                <a:extLst>
                  <a:ext uri="{FF2B5EF4-FFF2-40B4-BE49-F238E27FC236}">
                    <a16:creationId xmlns:a16="http://schemas.microsoft.com/office/drawing/2014/main" id="{40F08F80-8DA4-4F61-BC28-1C28926379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1956" y="1251326"/>
                <a:ext cx="1003736" cy="3089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ko-KR" altLang="en-US" sz="1200" b="1" u="sng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기아 </a:t>
                </a:r>
                <a:r>
                  <a:rPr lang="en-US" altLang="ko-KR" sz="1200" b="1" u="sng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</a:t>
                </a:r>
                <a:endParaRPr lang="ko-KR" altLang="en-US" sz="1200" u="sng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8698" name="그룹 45">
              <a:extLst>
                <a:ext uri="{FF2B5EF4-FFF2-40B4-BE49-F238E27FC236}">
                  <a16:creationId xmlns:a16="http://schemas.microsoft.com/office/drawing/2014/main" id="{7934A9D6-6ABA-42F2-075D-ED5AC40606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28271" y="1120851"/>
              <a:ext cx="747685" cy="2441152"/>
              <a:chOff x="2668693" y="1284798"/>
              <a:chExt cx="1178674" cy="2723099"/>
            </a:xfrm>
          </p:grpSpPr>
          <p:sp>
            <p:nvSpPr>
              <p:cNvPr id="22" name="사각형: 둥근 대각선 방향 모서리 12">
                <a:extLst>
                  <a:ext uri="{FF2B5EF4-FFF2-40B4-BE49-F238E27FC236}">
                    <a16:creationId xmlns:a16="http://schemas.microsoft.com/office/drawing/2014/main" id="{317EB858-E281-3D47-5B71-0622BA11A1B2}"/>
                  </a:ext>
                </a:extLst>
              </p:cNvPr>
              <p:cNvSpPr/>
              <p:nvPr/>
            </p:nvSpPr>
            <p:spPr>
              <a:xfrm>
                <a:off x="2668693" y="1284798"/>
                <a:ext cx="1178674" cy="2701945"/>
              </a:xfrm>
              <a:prstGeom prst="round2DiagRect">
                <a:avLst>
                  <a:gd name="adj1" fmla="val 22973"/>
                  <a:gd name="adj2" fmla="val 0"/>
                </a:avLst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50000">
                    <a:schemeClr val="bg1"/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246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자유형: 도형 13">
                <a:extLst>
                  <a:ext uri="{FF2B5EF4-FFF2-40B4-BE49-F238E27FC236}">
                    <a16:creationId xmlns:a16="http://schemas.microsoft.com/office/drawing/2014/main" id="{7A347F0D-CB27-52A4-2726-0E87EC5DFF51}"/>
                  </a:ext>
                </a:extLst>
              </p:cNvPr>
              <p:cNvSpPr/>
              <p:nvPr/>
            </p:nvSpPr>
            <p:spPr>
              <a:xfrm>
                <a:off x="2668693" y="3372147"/>
                <a:ext cx="1178674" cy="614593"/>
              </a:xfrm>
              <a:prstGeom prst="round2DiagRect">
                <a:avLst>
                  <a:gd name="adj1" fmla="val 21394"/>
                  <a:gd name="adj2" fmla="val 0"/>
                </a:avLst>
              </a:prstGeom>
              <a:solidFill>
                <a:schemeClr val="accent1">
                  <a:lumMod val="75000"/>
                </a:schemeClr>
              </a:solidFill>
              <a:ln w="285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246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28707" name="직사각형 24">
                <a:extLst>
                  <a:ext uri="{FF2B5EF4-FFF2-40B4-BE49-F238E27FC236}">
                    <a16:creationId xmlns:a16="http://schemas.microsoft.com/office/drawing/2014/main" id="{4174C7DE-CFDB-7E4A-D347-2A5B3D51A2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1457" y="3374070"/>
                <a:ext cx="998492" cy="6338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1600" b="1" dirty="0">
                    <a:solidFill>
                      <a:srgbClr val="F2F2F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54</a:t>
                </a:r>
                <a:r>
                  <a:rPr lang="ko-KR" altLang="en-US" sz="1200" dirty="0">
                    <a:solidFill>
                      <a:srgbClr val="F2F2F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건</a:t>
                </a:r>
                <a:endParaRPr lang="en-US" altLang="ko-KR" sz="1200" dirty="0">
                  <a:solidFill>
                    <a:srgbClr val="F2F2F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>
                  <a:buFont typeface="Arial" panose="020B0604020202020204" pitchFamily="34" charset="0"/>
                  <a:buNone/>
                </a:pPr>
                <a:r>
                  <a:rPr lang="en-US" altLang="ko-KR" sz="1200" b="1" dirty="0">
                    <a:solidFill>
                      <a:srgbClr val="FFFF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(76%)</a:t>
                </a:r>
                <a:endParaRPr lang="ko-KR" altLang="en-US" sz="1200" b="1" dirty="0">
                  <a:solidFill>
                    <a:srgbClr val="FF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8699" name="그룹 45">
              <a:extLst>
                <a:ext uri="{FF2B5EF4-FFF2-40B4-BE49-F238E27FC236}">
                  <a16:creationId xmlns:a16="http://schemas.microsoft.com/office/drawing/2014/main" id="{33CD30BA-0F0B-C39F-9ECC-AB7B0C5CD5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6784" y="1100163"/>
              <a:ext cx="746031" cy="2461840"/>
              <a:chOff x="2670091" y="1286193"/>
              <a:chExt cx="1176069" cy="2746177"/>
            </a:xfrm>
          </p:grpSpPr>
          <p:sp>
            <p:nvSpPr>
              <p:cNvPr id="15" name="사각형: 둥근 대각선 방향 모서리 12">
                <a:extLst>
                  <a:ext uri="{FF2B5EF4-FFF2-40B4-BE49-F238E27FC236}">
                    <a16:creationId xmlns:a16="http://schemas.microsoft.com/office/drawing/2014/main" id="{C4F52EAB-2F80-12C8-26BB-13B69E64E388}"/>
                  </a:ext>
                </a:extLst>
              </p:cNvPr>
              <p:cNvSpPr/>
              <p:nvPr/>
            </p:nvSpPr>
            <p:spPr>
              <a:xfrm>
                <a:off x="2670091" y="1286193"/>
                <a:ext cx="1176069" cy="2700019"/>
              </a:xfrm>
              <a:prstGeom prst="round2DiagRect">
                <a:avLst>
                  <a:gd name="adj1" fmla="val 22973"/>
                  <a:gd name="adj2" fmla="val 0"/>
                </a:avLst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50000">
                    <a:schemeClr val="bg1"/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246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6" name="자유형: 도형 13">
                <a:extLst>
                  <a:ext uri="{FF2B5EF4-FFF2-40B4-BE49-F238E27FC236}">
                    <a16:creationId xmlns:a16="http://schemas.microsoft.com/office/drawing/2014/main" id="{767FBAE5-41EA-7F3B-2ED3-1CD02EC17FFB}"/>
                  </a:ext>
                </a:extLst>
              </p:cNvPr>
              <p:cNvSpPr/>
              <p:nvPr/>
            </p:nvSpPr>
            <p:spPr>
              <a:xfrm>
                <a:off x="2670091" y="3518360"/>
                <a:ext cx="1176069" cy="469777"/>
              </a:xfrm>
              <a:prstGeom prst="round2DiagRect">
                <a:avLst>
                  <a:gd name="adj1" fmla="val 21394"/>
                  <a:gd name="adj2" fmla="val 0"/>
                </a:avLst>
              </a:prstGeom>
              <a:solidFill>
                <a:schemeClr val="tx2">
                  <a:lumMod val="50000"/>
                </a:schemeClr>
              </a:solidFill>
              <a:ln w="285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246">
                  <a:solidFill>
                    <a:prstClr val="white"/>
                  </a:solidFill>
                </a:endParaRPr>
              </a:p>
            </p:txBody>
          </p:sp>
          <p:sp>
            <p:nvSpPr>
              <p:cNvPr id="28704" name="직사각형 24">
                <a:extLst>
                  <a:ext uri="{FF2B5EF4-FFF2-40B4-BE49-F238E27FC236}">
                    <a16:creationId xmlns:a16="http://schemas.microsoft.com/office/drawing/2014/main" id="{FD1E048E-CC73-54F4-D276-D2B4979D13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6388" y="3562593"/>
                <a:ext cx="851038" cy="469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>
                  <a:lnSpc>
                    <a:spcPct val="80000"/>
                  </a:lnSpc>
                </a:pPr>
                <a:r>
                  <a:rPr lang="en-US" altLang="ko-KR" sz="1200" dirty="0">
                    <a:solidFill>
                      <a:srgbClr val="F2F2F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7</a:t>
                </a:r>
                <a:r>
                  <a:rPr lang="ko-KR" altLang="en-US" sz="1200" dirty="0">
                    <a:solidFill>
                      <a:srgbClr val="F2F2F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건</a:t>
                </a:r>
                <a:endParaRPr lang="en-US" altLang="ko-KR" sz="1200" dirty="0">
                  <a:solidFill>
                    <a:srgbClr val="F2F2F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>
                  <a:lnSpc>
                    <a:spcPct val="80000"/>
                  </a:lnSpc>
                  <a:buFont typeface="Arial" panose="020B0604020202020204" pitchFamily="34" charset="0"/>
                  <a:buNone/>
                </a:pPr>
                <a:r>
                  <a:rPr lang="en-US" altLang="ko-KR" sz="1200" b="1" dirty="0">
                    <a:solidFill>
                      <a:srgbClr val="FFFF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(3%)</a:t>
                </a:r>
                <a:endParaRPr lang="ko-KR" altLang="en-US" sz="1200" b="1" dirty="0">
                  <a:solidFill>
                    <a:srgbClr val="FF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8700" name="직사각형 24">
              <a:extLst>
                <a:ext uri="{FF2B5EF4-FFF2-40B4-BE49-F238E27FC236}">
                  <a16:creationId xmlns:a16="http://schemas.microsoft.com/office/drawing/2014/main" id="{7546F5C0-D0C6-0FF9-3A76-09D27A830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0912" y="1096715"/>
              <a:ext cx="63671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ko-KR" altLang="en-US" sz="1200" b="1" u="sng"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기아 </a:t>
              </a:r>
              <a:r>
                <a:rPr lang="en-US" altLang="ko-KR" sz="1200" b="1" u="sng"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1200" u="sng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701" name="직사각형 24">
              <a:extLst>
                <a:ext uri="{FF2B5EF4-FFF2-40B4-BE49-F238E27FC236}">
                  <a16:creationId xmlns:a16="http://schemas.microsoft.com/office/drawing/2014/main" id="{B477C310-7148-8296-E5C2-15B038357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9326" y="1121689"/>
              <a:ext cx="673426" cy="300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ko-KR" altLang="en-US" sz="1200" b="1" u="sng"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출하장</a:t>
              </a:r>
            </a:p>
          </p:txBody>
        </p:sp>
      </p:grpSp>
      <p:grpSp>
        <p:nvGrpSpPr>
          <p:cNvPr id="28687" name="그룹 45">
            <a:extLst>
              <a:ext uri="{FF2B5EF4-FFF2-40B4-BE49-F238E27FC236}">
                <a16:creationId xmlns:a16="http://schemas.microsoft.com/office/drawing/2014/main" id="{9139C8B1-084E-8244-2870-83B0382EBF73}"/>
              </a:ext>
            </a:extLst>
          </p:cNvPr>
          <p:cNvGrpSpPr>
            <a:grpSpLocks/>
          </p:cNvGrpSpPr>
          <p:nvPr/>
        </p:nvGrpSpPr>
        <p:grpSpPr bwMode="auto">
          <a:xfrm>
            <a:off x="750888" y="4194175"/>
            <a:ext cx="715962" cy="2259014"/>
            <a:chOff x="2669942" y="1251326"/>
            <a:chExt cx="1176012" cy="2736561"/>
          </a:xfrm>
        </p:grpSpPr>
        <p:sp>
          <p:nvSpPr>
            <p:cNvPr id="36" name="사각형: 둥근 대각선 방향 모서리 12">
              <a:extLst>
                <a:ext uri="{FF2B5EF4-FFF2-40B4-BE49-F238E27FC236}">
                  <a16:creationId xmlns:a16="http://schemas.microsoft.com/office/drawing/2014/main" id="{1D8EBB53-5C95-D52E-B8CB-B3CC9F576384}"/>
                </a:ext>
              </a:extLst>
            </p:cNvPr>
            <p:cNvSpPr/>
            <p:nvPr/>
          </p:nvSpPr>
          <p:spPr>
            <a:xfrm>
              <a:off x="2669942" y="1285942"/>
              <a:ext cx="1176012" cy="2700021"/>
            </a:xfrm>
            <a:prstGeom prst="round2DiagRect">
              <a:avLst>
                <a:gd name="adj1" fmla="val 22973"/>
                <a:gd name="adj2" fmla="val 0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bg1"/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46">
                <a:solidFill>
                  <a:prstClr val="white"/>
                </a:solidFill>
              </a:endParaRPr>
            </a:p>
          </p:txBody>
        </p:sp>
        <p:sp>
          <p:nvSpPr>
            <p:cNvPr id="37" name="자유형: 도형 13">
              <a:extLst>
                <a:ext uri="{FF2B5EF4-FFF2-40B4-BE49-F238E27FC236}">
                  <a16:creationId xmlns:a16="http://schemas.microsoft.com/office/drawing/2014/main" id="{C6B5D5CA-3F6F-0D73-5D11-E6B6211783BB}"/>
                </a:ext>
              </a:extLst>
            </p:cNvPr>
            <p:cNvSpPr/>
            <p:nvPr/>
          </p:nvSpPr>
          <p:spPr>
            <a:xfrm>
              <a:off x="2669942" y="2675909"/>
              <a:ext cx="1176012" cy="1311978"/>
            </a:xfrm>
            <a:prstGeom prst="round2DiagRect">
              <a:avLst>
                <a:gd name="adj1" fmla="val 21394"/>
                <a:gd name="adj2" fmla="val 0"/>
              </a:avLst>
            </a:prstGeom>
            <a:solidFill>
              <a:schemeClr val="accent2">
                <a:lumMod val="75000"/>
              </a:schemeClr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46">
                <a:solidFill>
                  <a:prstClr val="white"/>
                </a:solidFill>
              </a:endParaRPr>
            </a:p>
          </p:txBody>
        </p:sp>
        <p:sp>
          <p:nvSpPr>
            <p:cNvPr id="38" name="직사각형 24">
              <a:extLst>
                <a:ext uri="{FF2B5EF4-FFF2-40B4-BE49-F238E27FC236}">
                  <a16:creationId xmlns:a16="http://schemas.microsoft.com/office/drawing/2014/main" id="{AEC8A688-CF9F-5BAF-0C9C-814FAD015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2560" y="2943411"/>
              <a:ext cx="1109035" cy="78296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latinLnBrk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 altLang="ko-KR" sz="2400" b="1" dirty="0">
                  <a:solidFill>
                    <a:srgbClr val="F2F2F2"/>
                  </a:solidFill>
                  <a:latin typeface="맑은 고딕" panose="020B0503020000020004" pitchFamily="50" charset="-127"/>
                </a:rPr>
                <a:t>92</a:t>
              </a:r>
              <a:r>
                <a:rPr lang="ko-KR" altLang="en-US" sz="1050" dirty="0">
                  <a:solidFill>
                    <a:srgbClr val="F2F2F2"/>
                  </a:solidFill>
                  <a:latin typeface="맑은 고딕" panose="020B0503020000020004" pitchFamily="50" charset="-127"/>
                </a:rPr>
                <a:t>건</a:t>
              </a:r>
              <a:endParaRPr lang="en-US" altLang="ko-KR" sz="1200" dirty="0">
                <a:solidFill>
                  <a:srgbClr val="F2F2F2"/>
                </a:solidFill>
                <a:latin typeface="맑은 고딕" panose="020B0503020000020004" pitchFamily="50" charset="-127"/>
              </a:endParaRPr>
            </a:p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ko-KR" sz="1200" b="1" dirty="0">
                  <a:solidFill>
                    <a:srgbClr val="FFFF00"/>
                  </a:solidFill>
                  <a:latin typeface="맑은 고딕" panose="020B0503020000020004" pitchFamily="50" charset="-127"/>
                </a:rPr>
                <a:t>(46%)</a:t>
              </a:r>
              <a:endParaRPr lang="ko-KR" altLang="en-US" sz="1200" b="1" dirty="0">
                <a:solidFill>
                  <a:srgbClr val="FFFF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8696" name="직사각형 24">
              <a:extLst>
                <a:ext uri="{FF2B5EF4-FFF2-40B4-BE49-F238E27FC236}">
                  <a16:creationId xmlns:a16="http://schemas.microsoft.com/office/drawing/2014/main" id="{7FCC9309-B1FD-A4EE-ABC5-9FD854B2C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401" y="1251326"/>
              <a:ext cx="808847" cy="335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ko-KR" altLang="en-US" sz="1200" b="1" u="sng"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기아</a:t>
              </a:r>
              <a:endParaRPr lang="ko-KR" altLang="en-US" sz="1200" u="sng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8688" name="그룹 45">
            <a:extLst>
              <a:ext uri="{FF2B5EF4-FFF2-40B4-BE49-F238E27FC236}">
                <a16:creationId xmlns:a16="http://schemas.microsoft.com/office/drawing/2014/main" id="{BB889D4A-D9F0-A0A5-81B2-215DBE02BCE8}"/>
              </a:ext>
            </a:extLst>
          </p:cNvPr>
          <p:cNvGrpSpPr>
            <a:grpSpLocks/>
          </p:cNvGrpSpPr>
          <p:nvPr/>
        </p:nvGrpSpPr>
        <p:grpSpPr bwMode="auto">
          <a:xfrm>
            <a:off x="1485593" y="4216400"/>
            <a:ext cx="853119" cy="2232025"/>
            <a:chOff x="2537737" y="1284798"/>
            <a:chExt cx="1401295" cy="2703866"/>
          </a:xfrm>
        </p:grpSpPr>
        <p:sp>
          <p:nvSpPr>
            <p:cNvPr id="33" name="사각형: 둥근 대각선 방향 모서리 12">
              <a:extLst>
                <a:ext uri="{FF2B5EF4-FFF2-40B4-BE49-F238E27FC236}">
                  <a16:creationId xmlns:a16="http://schemas.microsoft.com/office/drawing/2014/main" id="{37106C95-7269-BB3B-4D14-A46CF9F569DE}"/>
                </a:ext>
              </a:extLst>
            </p:cNvPr>
            <p:cNvSpPr/>
            <p:nvPr/>
          </p:nvSpPr>
          <p:spPr>
            <a:xfrm>
              <a:off x="2671227" y="1284798"/>
              <a:ext cx="1176009" cy="2701943"/>
            </a:xfrm>
            <a:prstGeom prst="round2DiagRect">
              <a:avLst>
                <a:gd name="adj1" fmla="val 22973"/>
                <a:gd name="adj2" fmla="val 0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bg1"/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46">
                <a:solidFill>
                  <a:prstClr val="white"/>
                </a:solidFill>
              </a:endParaRPr>
            </a:p>
          </p:txBody>
        </p:sp>
        <p:sp>
          <p:nvSpPr>
            <p:cNvPr id="34" name="자유형: 도형 13">
              <a:extLst>
                <a:ext uri="{FF2B5EF4-FFF2-40B4-BE49-F238E27FC236}">
                  <a16:creationId xmlns:a16="http://schemas.microsoft.com/office/drawing/2014/main" id="{028165B7-20E4-D033-DCA9-5FE9EE7C71BA}"/>
                </a:ext>
              </a:extLst>
            </p:cNvPr>
            <p:cNvSpPr/>
            <p:nvPr/>
          </p:nvSpPr>
          <p:spPr>
            <a:xfrm>
              <a:off x="2671227" y="2347112"/>
              <a:ext cx="1176009" cy="1641552"/>
            </a:xfrm>
            <a:prstGeom prst="round2DiagRect">
              <a:avLst>
                <a:gd name="adj1" fmla="val 21394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46" dirty="0">
                <a:solidFill>
                  <a:prstClr val="white"/>
                </a:solidFill>
              </a:endParaRPr>
            </a:p>
          </p:txBody>
        </p:sp>
        <p:sp>
          <p:nvSpPr>
            <p:cNvPr id="35" name="직사각형 24">
              <a:extLst>
                <a:ext uri="{FF2B5EF4-FFF2-40B4-BE49-F238E27FC236}">
                  <a16:creationId xmlns:a16="http://schemas.microsoft.com/office/drawing/2014/main" id="{8D25F2FB-A2BA-7289-9C91-61663F359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7737" y="2347112"/>
              <a:ext cx="1401295" cy="78296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latinLnBrk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 altLang="ko-KR" sz="2400" b="1" dirty="0">
                  <a:solidFill>
                    <a:srgbClr val="F2F2F2"/>
                  </a:solidFill>
                  <a:latin typeface="맑은 고딕" panose="020B0503020000020004" pitchFamily="50" charset="-127"/>
                </a:rPr>
                <a:t>106</a:t>
              </a:r>
              <a:r>
                <a:rPr lang="ko-KR" altLang="en-US" sz="1050" dirty="0">
                  <a:solidFill>
                    <a:srgbClr val="F2F2F2"/>
                  </a:solidFill>
                  <a:latin typeface="맑은 고딕" panose="020B0503020000020004" pitchFamily="50" charset="-127"/>
                </a:rPr>
                <a:t>건</a:t>
              </a:r>
              <a:endParaRPr lang="en-US" altLang="ko-KR" sz="1200" dirty="0">
                <a:solidFill>
                  <a:srgbClr val="F2F2F2"/>
                </a:solidFill>
                <a:latin typeface="맑은 고딕" panose="020B0503020000020004" pitchFamily="50" charset="-127"/>
              </a:endParaRPr>
            </a:p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 altLang="ko-KR" sz="1200" b="1" dirty="0">
                  <a:solidFill>
                    <a:srgbClr val="FFFF00"/>
                  </a:solidFill>
                  <a:latin typeface="맑은 고딕" panose="020B0503020000020004" pitchFamily="50" charset="-127"/>
                  <a:ea typeface="굴림" charset="-127"/>
                </a:rPr>
                <a:t>(52%)</a:t>
              </a:r>
              <a:endParaRPr lang="ko-KR" altLang="en-US" sz="1200" b="1" dirty="0">
                <a:solidFill>
                  <a:srgbClr val="FFFF00"/>
                </a:solidFill>
                <a:latin typeface="맑은 고딕" panose="020B0503020000020004" pitchFamily="50" charset="-127"/>
                <a:ea typeface="굴림" charset="-127"/>
              </a:endParaRPr>
            </a:p>
          </p:txBody>
        </p:sp>
      </p:grpSp>
      <p:sp>
        <p:nvSpPr>
          <p:cNvPr id="28689" name="직사각형 24">
            <a:extLst>
              <a:ext uri="{FF2B5EF4-FFF2-40B4-BE49-F238E27FC236}">
                <a16:creationId xmlns:a16="http://schemas.microsoft.com/office/drawing/2014/main" id="{8C007D3C-7726-0E2C-F71A-B31A8097C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4762" y="4194175"/>
            <a:ext cx="492431" cy="277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200" b="1" u="sng">
                <a:latin typeface="맑은 고딕" panose="020B0503020000020004" pitchFamily="50" charset="-127"/>
                <a:ea typeface="맑은 고딕" panose="020B0503020000020004" pitchFamily="50" charset="-127"/>
              </a:rPr>
              <a:t>캠스</a:t>
            </a:r>
            <a:endParaRPr lang="ko-KR" altLang="en-US" sz="1200" u="sng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D7635D-0769-1FC6-F70D-4D7427C9D20E}"/>
              </a:ext>
            </a:extLst>
          </p:cNvPr>
          <p:cNvSpPr txBox="1"/>
          <p:nvPr/>
        </p:nvSpPr>
        <p:spPr>
          <a:xfrm>
            <a:off x="8697913" y="1006475"/>
            <a:ext cx="792162" cy="230188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C40549-B4EB-5797-ECCE-C488FD042212}"/>
              </a:ext>
            </a:extLst>
          </p:cNvPr>
          <p:cNvSpPr txBox="1"/>
          <p:nvPr/>
        </p:nvSpPr>
        <p:spPr>
          <a:xfrm>
            <a:off x="8693150" y="3724275"/>
            <a:ext cx="792163" cy="230188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graphicFrame>
        <p:nvGraphicFramePr>
          <p:cNvPr id="28681" name="개체 41">
            <a:extLst>
              <a:ext uri="{FF2B5EF4-FFF2-40B4-BE49-F238E27FC236}">
                <a16:creationId xmlns:a16="http://schemas.microsoft.com/office/drawing/2014/main" id="{DC80B48D-F648-1DB0-4E4D-BA62D72D27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2838" y="1306513"/>
          <a:ext cx="5719762" cy="216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981700" imgH="1666875" progId="Excel.Sheet.12">
                  <p:embed/>
                </p:oleObj>
              </mc:Choice>
              <mc:Fallback>
                <p:oleObj name="Worksheet" r:id="rId3" imgW="5981700" imgH="1666875" progId="Excel.Sheet.12">
                  <p:embed/>
                  <p:pic>
                    <p:nvPicPr>
                      <p:cNvPr id="28681" name="개체 41">
                        <a:extLst>
                          <a:ext uri="{FF2B5EF4-FFF2-40B4-BE49-F238E27FC236}">
                            <a16:creationId xmlns:a16="http://schemas.microsoft.com/office/drawing/2014/main" id="{DC80B48D-F648-1DB0-4E4D-BA62D72D27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2838" y="1306513"/>
                        <a:ext cx="5719762" cy="216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개체 42">
            <a:extLst>
              <a:ext uri="{FF2B5EF4-FFF2-40B4-BE49-F238E27FC236}">
                <a16:creationId xmlns:a16="http://schemas.microsoft.com/office/drawing/2014/main" id="{BF601CE1-5607-3376-0146-87A5D3E69D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4425" y="4043363"/>
          <a:ext cx="5721350" cy="240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5467350" imgH="2428875" progId="Excel.Sheet.12">
                  <p:embed/>
                </p:oleObj>
              </mc:Choice>
              <mc:Fallback>
                <p:oleObj name="Worksheet" r:id="rId5" imgW="5467350" imgH="2428875" progId="Excel.Sheet.12">
                  <p:embed/>
                  <p:pic>
                    <p:nvPicPr>
                      <p:cNvPr id="28682" name="개체 42">
                        <a:extLst>
                          <a:ext uri="{FF2B5EF4-FFF2-40B4-BE49-F238E27FC236}">
                            <a16:creationId xmlns:a16="http://schemas.microsoft.com/office/drawing/2014/main" id="{BF601CE1-5607-3376-0146-87A5D3E69D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4425" y="4043363"/>
                        <a:ext cx="5721350" cy="240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사각형: 둥근 대각선 방향 모서리 12">
            <a:extLst>
              <a:ext uri="{FF2B5EF4-FFF2-40B4-BE49-F238E27FC236}">
                <a16:creationId xmlns:a16="http://schemas.microsoft.com/office/drawing/2014/main" id="{54D0A8B4-7FAC-993E-B88F-F709029C606D}"/>
              </a:ext>
            </a:extLst>
          </p:cNvPr>
          <p:cNvSpPr/>
          <p:nvPr/>
        </p:nvSpPr>
        <p:spPr bwMode="auto">
          <a:xfrm>
            <a:off x="2365375" y="4192588"/>
            <a:ext cx="715963" cy="2230437"/>
          </a:xfrm>
          <a:prstGeom prst="round2DiagRect">
            <a:avLst>
              <a:gd name="adj1" fmla="val 22973"/>
              <a:gd name="adj2" fmla="val 0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50000">
                <a:schemeClr val="bg1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46">
              <a:solidFill>
                <a:prstClr val="white"/>
              </a:solidFill>
            </a:endParaRPr>
          </a:p>
        </p:txBody>
      </p:sp>
      <p:sp>
        <p:nvSpPr>
          <p:cNvPr id="45" name="자유형: 도형 13">
            <a:extLst>
              <a:ext uri="{FF2B5EF4-FFF2-40B4-BE49-F238E27FC236}">
                <a16:creationId xmlns:a16="http://schemas.microsoft.com/office/drawing/2014/main" id="{F375E73E-8749-6AFC-B301-C5B795668E30}"/>
              </a:ext>
            </a:extLst>
          </p:cNvPr>
          <p:cNvSpPr/>
          <p:nvPr/>
        </p:nvSpPr>
        <p:spPr bwMode="auto">
          <a:xfrm>
            <a:off x="2365375" y="6154737"/>
            <a:ext cx="715963" cy="269876"/>
          </a:xfrm>
          <a:prstGeom prst="round2DiagRect">
            <a:avLst>
              <a:gd name="adj1" fmla="val 21394"/>
              <a:gd name="adj2" fmla="val 0"/>
            </a:avLst>
          </a:prstGeom>
          <a:solidFill>
            <a:schemeClr val="tx2">
              <a:lumMod val="50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46" dirty="0">
              <a:solidFill>
                <a:prstClr val="white"/>
              </a:solidFill>
            </a:endParaRPr>
          </a:p>
        </p:txBody>
      </p:sp>
      <p:sp>
        <p:nvSpPr>
          <p:cNvPr id="28685" name="직사각형 24">
            <a:extLst>
              <a:ext uri="{FF2B5EF4-FFF2-40B4-BE49-F238E27FC236}">
                <a16:creationId xmlns:a16="http://schemas.microsoft.com/office/drawing/2014/main" id="{6EDD4AE0-1B2B-A51E-0963-A6F31A953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4171" y="5835650"/>
            <a:ext cx="54694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ko-KR" sz="1200" b="1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(2%)</a:t>
            </a:r>
            <a:endParaRPr lang="ko-KR" altLang="en-US" sz="1200" b="1" dirty="0">
              <a:solidFill>
                <a:srgbClr val="FFFF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686" name="직사각형 24">
            <a:extLst>
              <a:ext uri="{FF2B5EF4-FFF2-40B4-BE49-F238E27FC236}">
                <a16:creationId xmlns:a16="http://schemas.microsoft.com/office/drawing/2014/main" id="{08445ACC-5EF4-B203-6928-651DC587B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375" y="4194175"/>
            <a:ext cx="4921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200" b="1" u="sng">
                <a:latin typeface="맑은 고딕" panose="020B0503020000020004" pitchFamily="50" charset="-127"/>
                <a:ea typeface="맑은 고딕" panose="020B0503020000020004" pitchFamily="50" charset="-127"/>
              </a:rPr>
              <a:t>부영</a:t>
            </a:r>
          </a:p>
        </p:txBody>
      </p:sp>
    </p:spTree>
    <p:extLst>
      <p:ext uri="{BB962C8B-B14F-4D97-AF65-F5344CB8AC3E}">
        <p14:creationId xmlns:p14="http://schemas.microsoft.com/office/powerpoint/2010/main" val="1319380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28344-A18F-4405-BE29-B8AF52A9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">
            <a:extLst>
              <a:ext uri="{FF2B5EF4-FFF2-40B4-BE49-F238E27FC236}">
                <a16:creationId xmlns:a16="http://schemas.microsoft.com/office/drawing/2014/main" id="{4E4C6381-2840-5044-3519-3294C8002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46" y="25400"/>
            <a:ext cx="7881282" cy="40011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defRPr>
            </a:lvl9pPr>
          </a:lstStyle>
          <a:p>
            <a:pPr eaLnBrk="1" fontAlgn="ctr" latinLnBrk="1" hangingPunct="1">
              <a:defRPr/>
            </a:pPr>
            <a:r>
              <a:rPr lang="ko-KR" altLang="en-US" sz="200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■ </a:t>
            </a:r>
            <a:r>
              <a:rPr lang="en-US" altLang="ko-KR" sz="200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26. 1</a:t>
            </a:r>
            <a:r>
              <a:rPr lang="ko-KR" altLang="en-US" sz="200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월 </a:t>
            </a:r>
            <a:r>
              <a:rPr lang="ko-KR" altLang="en-US" sz="2000" dirty="0" err="1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알카</a:t>
            </a:r>
            <a:r>
              <a:rPr lang="ko-KR" altLang="en-US" sz="2000" dirty="0">
                <a:ln w="3175"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공급 현황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3C26D7-2143-4BEA-953E-0BC18F3635B8}"/>
              </a:ext>
            </a:extLst>
          </p:cNvPr>
          <p:cNvSpPr txBox="1"/>
          <p:nvPr/>
        </p:nvSpPr>
        <p:spPr>
          <a:xfrm>
            <a:off x="215900" y="703263"/>
            <a:ext cx="2535238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400" b="1">
                <a:latin typeface="+mj-ea"/>
                <a:ea typeface="+mj-ea"/>
              </a:rPr>
              <a:t>◎ 공장 및 출하장 공급 수량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F82675-45B9-21CD-C7FB-5E77C20AB03B}"/>
              </a:ext>
            </a:extLst>
          </p:cNvPr>
          <p:cNvSpPr txBox="1"/>
          <p:nvPr/>
        </p:nvSpPr>
        <p:spPr>
          <a:xfrm>
            <a:off x="215900" y="3684588"/>
            <a:ext cx="2051050" cy="306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400" b="1" dirty="0">
                <a:latin typeface="+mj-ea"/>
                <a:ea typeface="+mj-ea"/>
              </a:rPr>
              <a:t>◎ 아이템 및 귀책 현황</a:t>
            </a:r>
          </a:p>
        </p:txBody>
      </p:sp>
      <p:grpSp>
        <p:nvGrpSpPr>
          <p:cNvPr id="28677" name="그룹 6">
            <a:extLst>
              <a:ext uri="{FF2B5EF4-FFF2-40B4-BE49-F238E27FC236}">
                <a16:creationId xmlns:a16="http://schemas.microsoft.com/office/drawing/2014/main" id="{B3025C1D-9FA0-597A-DA1F-05802DE99E65}"/>
              </a:ext>
            </a:extLst>
          </p:cNvPr>
          <p:cNvGrpSpPr>
            <a:grpSpLocks/>
          </p:cNvGrpSpPr>
          <p:nvPr/>
        </p:nvGrpSpPr>
        <p:grpSpPr bwMode="auto">
          <a:xfrm>
            <a:off x="727074" y="1158875"/>
            <a:ext cx="2354264" cy="2259010"/>
            <a:chOff x="579680" y="1096715"/>
            <a:chExt cx="2453135" cy="2453216"/>
          </a:xfrm>
        </p:grpSpPr>
        <p:grpSp>
          <p:nvGrpSpPr>
            <p:cNvPr id="28697" name="그룹 45">
              <a:extLst>
                <a:ext uri="{FF2B5EF4-FFF2-40B4-BE49-F238E27FC236}">
                  <a16:creationId xmlns:a16="http://schemas.microsoft.com/office/drawing/2014/main" id="{24189033-E658-A933-47E8-8EA6C4BF83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680" y="1096715"/>
              <a:ext cx="746031" cy="2453216"/>
              <a:chOff x="2669941" y="1251326"/>
              <a:chExt cx="1176069" cy="2736558"/>
            </a:xfrm>
          </p:grpSpPr>
          <p:sp>
            <p:nvSpPr>
              <p:cNvPr id="25" name="사각형: 둥근 대각선 방향 모서리 12">
                <a:extLst>
                  <a:ext uri="{FF2B5EF4-FFF2-40B4-BE49-F238E27FC236}">
                    <a16:creationId xmlns:a16="http://schemas.microsoft.com/office/drawing/2014/main" id="{57A9A56D-E0FB-758F-520A-67F693DF9CAE}"/>
                  </a:ext>
                </a:extLst>
              </p:cNvPr>
              <p:cNvSpPr/>
              <p:nvPr/>
            </p:nvSpPr>
            <p:spPr>
              <a:xfrm>
                <a:off x="2669941" y="1285942"/>
                <a:ext cx="1176069" cy="2700022"/>
              </a:xfrm>
              <a:prstGeom prst="round2DiagRect">
                <a:avLst>
                  <a:gd name="adj1" fmla="val 22973"/>
                  <a:gd name="adj2" fmla="val 0"/>
                </a:avLst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50000">
                    <a:schemeClr val="bg1"/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246">
                  <a:solidFill>
                    <a:prstClr val="white"/>
                  </a:solidFill>
                </a:endParaRPr>
              </a:p>
            </p:txBody>
          </p:sp>
          <p:sp>
            <p:nvSpPr>
              <p:cNvPr id="26" name="자유형: 도형 13">
                <a:extLst>
                  <a:ext uri="{FF2B5EF4-FFF2-40B4-BE49-F238E27FC236}">
                    <a16:creationId xmlns:a16="http://schemas.microsoft.com/office/drawing/2014/main" id="{73D6A867-0BFA-028C-1676-F46B19132C27}"/>
                  </a:ext>
                </a:extLst>
              </p:cNvPr>
              <p:cNvSpPr/>
              <p:nvPr/>
            </p:nvSpPr>
            <p:spPr>
              <a:xfrm>
                <a:off x="2669941" y="2169513"/>
                <a:ext cx="1176069" cy="1818371"/>
              </a:xfrm>
              <a:prstGeom prst="round2DiagRect">
                <a:avLst>
                  <a:gd name="adj1" fmla="val 21394"/>
                  <a:gd name="adj2" fmla="val 0"/>
                </a:avLst>
              </a:prstGeom>
              <a:solidFill>
                <a:schemeClr val="accent2">
                  <a:lumMod val="75000"/>
                </a:schemeClr>
              </a:solidFill>
              <a:ln w="285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246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28710" name="직사각형 24">
                <a:extLst>
                  <a:ext uri="{FF2B5EF4-FFF2-40B4-BE49-F238E27FC236}">
                    <a16:creationId xmlns:a16="http://schemas.microsoft.com/office/drawing/2014/main" id="{1FF28D1B-4495-4E1C-77EC-9C4E9D15C0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6668" y="2478624"/>
                <a:ext cx="1140685" cy="6338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1600" b="1" dirty="0">
                    <a:solidFill>
                      <a:srgbClr val="F2F2F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144</a:t>
                </a:r>
                <a:r>
                  <a:rPr lang="ko-KR" altLang="en-US" sz="1200" dirty="0">
                    <a:solidFill>
                      <a:srgbClr val="F2F2F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건</a:t>
                </a:r>
                <a:endParaRPr lang="en-US" altLang="ko-KR" sz="1200" dirty="0">
                  <a:solidFill>
                    <a:srgbClr val="F2F2F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/>
                <a:r>
                  <a:rPr lang="en-US" altLang="ko-KR" sz="1200" b="1" dirty="0">
                    <a:solidFill>
                      <a:srgbClr val="FFFF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(64%)</a:t>
                </a:r>
                <a:endParaRPr lang="ko-KR" altLang="en-US" sz="3200" b="1" dirty="0">
                  <a:solidFill>
                    <a:srgbClr val="FF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8711" name="직사각형 24">
                <a:extLst>
                  <a:ext uri="{FF2B5EF4-FFF2-40B4-BE49-F238E27FC236}">
                    <a16:creationId xmlns:a16="http://schemas.microsoft.com/office/drawing/2014/main" id="{50BFC2EB-6AB4-408B-F1F2-66658D6CDB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1956" y="1251326"/>
                <a:ext cx="1003736" cy="3089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ko-KR" altLang="en-US" sz="1200" b="1" u="sng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기아 </a:t>
                </a:r>
                <a:r>
                  <a:rPr lang="en-US" altLang="ko-KR" sz="1200" b="1" u="sng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</a:t>
                </a:r>
                <a:endParaRPr lang="ko-KR" altLang="en-US" sz="1200" u="sng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8698" name="그룹 45">
              <a:extLst>
                <a:ext uri="{FF2B5EF4-FFF2-40B4-BE49-F238E27FC236}">
                  <a16:creationId xmlns:a16="http://schemas.microsoft.com/office/drawing/2014/main" id="{47D34903-23FE-D515-7513-232C6AE49B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28271" y="1120851"/>
              <a:ext cx="747685" cy="2422188"/>
              <a:chOff x="2668693" y="1284798"/>
              <a:chExt cx="1178674" cy="2701945"/>
            </a:xfrm>
          </p:grpSpPr>
          <p:sp>
            <p:nvSpPr>
              <p:cNvPr id="22" name="사각형: 둥근 대각선 방향 모서리 12">
                <a:extLst>
                  <a:ext uri="{FF2B5EF4-FFF2-40B4-BE49-F238E27FC236}">
                    <a16:creationId xmlns:a16="http://schemas.microsoft.com/office/drawing/2014/main" id="{F68E3F39-652D-58D0-3A8C-1F1020A89B1F}"/>
                  </a:ext>
                </a:extLst>
              </p:cNvPr>
              <p:cNvSpPr/>
              <p:nvPr/>
            </p:nvSpPr>
            <p:spPr>
              <a:xfrm>
                <a:off x="2668693" y="1284798"/>
                <a:ext cx="1178674" cy="2701945"/>
              </a:xfrm>
              <a:prstGeom prst="round2DiagRect">
                <a:avLst>
                  <a:gd name="adj1" fmla="val 22973"/>
                  <a:gd name="adj2" fmla="val 0"/>
                </a:avLst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50000">
                    <a:schemeClr val="bg1"/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246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자유형: 도형 13">
                <a:extLst>
                  <a:ext uri="{FF2B5EF4-FFF2-40B4-BE49-F238E27FC236}">
                    <a16:creationId xmlns:a16="http://schemas.microsoft.com/office/drawing/2014/main" id="{1B4D7584-615D-E008-0183-5930202A9D3B}"/>
                  </a:ext>
                </a:extLst>
              </p:cNvPr>
              <p:cNvSpPr/>
              <p:nvPr/>
            </p:nvSpPr>
            <p:spPr>
              <a:xfrm>
                <a:off x="2668693" y="2982121"/>
                <a:ext cx="1178674" cy="1004620"/>
              </a:xfrm>
              <a:prstGeom prst="round2DiagRect">
                <a:avLst>
                  <a:gd name="adj1" fmla="val 21394"/>
                  <a:gd name="adj2" fmla="val 0"/>
                </a:avLst>
              </a:prstGeom>
              <a:solidFill>
                <a:schemeClr val="accent1">
                  <a:lumMod val="75000"/>
                </a:schemeClr>
              </a:solidFill>
              <a:ln w="285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246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28707" name="직사각형 24">
                <a:extLst>
                  <a:ext uri="{FF2B5EF4-FFF2-40B4-BE49-F238E27FC236}">
                    <a16:creationId xmlns:a16="http://schemas.microsoft.com/office/drawing/2014/main" id="{1F0E2DE6-9B17-DD6C-49B6-A8D04EE2C8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1457" y="3159078"/>
                <a:ext cx="998492" cy="6338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1600" b="1" dirty="0">
                    <a:solidFill>
                      <a:srgbClr val="F2F2F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68</a:t>
                </a:r>
                <a:r>
                  <a:rPr lang="ko-KR" altLang="en-US" sz="1200" dirty="0">
                    <a:solidFill>
                      <a:srgbClr val="F2F2F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건</a:t>
                </a:r>
                <a:endParaRPr lang="en-US" altLang="ko-KR" sz="1200" dirty="0">
                  <a:solidFill>
                    <a:srgbClr val="F2F2F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>
                  <a:buFont typeface="Arial" panose="020B0604020202020204" pitchFamily="34" charset="0"/>
                  <a:buNone/>
                </a:pPr>
                <a:r>
                  <a:rPr lang="en-US" altLang="ko-KR" sz="1200" b="1" dirty="0">
                    <a:solidFill>
                      <a:srgbClr val="FFFF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(30%)</a:t>
                </a:r>
                <a:endParaRPr lang="ko-KR" altLang="en-US" sz="1200" b="1" dirty="0">
                  <a:solidFill>
                    <a:srgbClr val="FF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8699" name="그룹 45">
              <a:extLst>
                <a:ext uri="{FF2B5EF4-FFF2-40B4-BE49-F238E27FC236}">
                  <a16:creationId xmlns:a16="http://schemas.microsoft.com/office/drawing/2014/main" id="{FEA7CD4A-1ED2-FFCC-057B-14947905D1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6784" y="1100163"/>
              <a:ext cx="746031" cy="2422188"/>
              <a:chOff x="2670091" y="1286193"/>
              <a:chExt cx="1176069" cy="2701944"/>
            </a:xfrm>
          </p:grpSpPr>
          <p:sp>
            <p:nvSpPr>
              <p:cNvPr id="15" name="사각형: 둥근 대각선 방향 모서리 12">
                <a:extLst>
                  <a:ext uri="{FF2B5EF4-FFF2-40B4-BE49-F238E27FC236}">
                    <a16:creationId xmlns:a16="http://schemas.microsoft.com/office/drawing/2014/main" id="{54F552B2-6746-0980-D8DB-04AFEA7883F8}"/>
                  </a:ext>
                </a:extLst>
              </p:cNvPr>
              <p:cNvSpPr/>
              <p:nvPr/>
            </p:nvSpPr>
            <p:spPr>
              <a:xfrm>
                <a:off x="2670091" y="1286193"/>
                <a:ext cx="1176069" cy="2700019"/>
              </a:xfrm>
              <a:prstGeom prst="round2DiagRect">
                <a:avLst>
                  <a:gd name="adj1" fmla="val 22973"/>
                  <a:gd name="adj2" fmla="val 0"/>
                </a:avLst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50000">
                    <a:schemeClr val="bg1"/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 w="2857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246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16" name="자유형: 도형 13">
                <a:extLst>
                  <a:ext uri="{FF2B5EF4-FFF2-40B4-BE49-F238E27FC236}">
                    <a16:creationId xmlns:a16="http://schemas.microsoft.com/office/drawing/2014/main" id="{A60CC712-766A-959E-5673-EBC18B4BE1E1}"/>
                  </a:ext>
                </a:extLst>
              </p:cNvPr>
              <p:cNvSpPr/>
              <p:nvPr/>
            </p:nvSpPr>
            <p:spPr>
              <a:xfrm>
                <a:off x="2670091" y="3488133"/>
                <a:ext cx="1176069" cy="500004"/>
              </a:xfrm>
              <a:prstGeom prst="round2DiagRect">
                <a:avLst>
                  <a:gd name="adj1" fmla="val 21394"/>
                  <a:gd name="adj2" fmla="val 0"/>
                </a:avLst>
              </a:prstGeom>
              <a:solidFill>
                <a:schemeClr val="tx2">
                  <a:lumMod val="50000"/>
                </a:schemeClr>
              </a:solidFill>
              <a:ln w="285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1246">
                  <a:solidFill>
                    <a:prstClr val="white"/>
                  </a:solidFill>
                </a:endParaRPr>
              </a:p>
            </p:txBody>
          </p:sp>
          <p:sp>
            <p:nvSpPr>
              <p:cNvPr id="28704" name="직사각형 24">
                <a:extLst>
                  <a:ext uri="{FF2B5EF4-FFF2-40B4-BE49-F238E27FC236}">
                    <a16:creationId xmlns:a16="http://schemas.microsoft.com/office/drawing/2014/main" id="{6797042B-20EF-A411-F842-12F975493C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6389" y="3491138"/>
                <a:ext cx="851037" cy="469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>
                  <a:lnSpc>
                    <a:spcPct val="80000"/>
                  </a:lnSpc>
                </a:pPr>
                <a:r>
                  <a:rPr lang="en-US" altLang="ko-KR" sz="1200" dirty="0">
                    <a:solidFill>
                      <a:srgbClr val="F2F2F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12</a:t>
                </a:r>
                <a:r>
                  <a:rPr lang="ko-KR" altLang="en-US" sz="1200" dirty="0">
                    <a:solidFill>
                      <a:srgbClr val="F2F2F2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건</a:t>
                </a:r>
                <a:endParaRPr lang="en-US" altLang="ko-KR" sz="1200" dirty="0">
                  <a:solidFill>
                    <a:srgbClr val="F2F2F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>
                  <a:lnSpc>
                    <a:spcPct val="80000"/>
                  </a:lnSpc>
                  <a:buFont typeface="Arial" panose="020B0604020202020204" pitchFamily="34" charset="0"/>
                  <a:buNone/>
                </a:pPr>
                <a:r>
                  <a:rPr lang="en-US" altLang="ko-KR" sz="1200" b="1" dirty="0">
                    <a:solidFill>
                      <a:srgbClr val="FFFF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(6%)</a:t>
                </a:r>
                <a:endParaRPr lang="ko-KR" altLang="en-US" sz="1200" b="1" dirty="0">
                  <a:solidFill>
                    <a:srgbClr val="FF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8700" name="직사각형 24">
              <a:extLst>
                <a:ext uri="{FF2B5EF4-FFF2-40B4-BE49-F238E27FC236}">
                  <a16:creationId xmlns:a16="http://schemas.microsoft.com/office/drawing/2014/main" id="{FBD6DF95-9F73-A673-00EA-DE019828E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0912" y="1096715"/>
              <a:ext cx="63671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ko-KR" altLang="en-US" sz="1200" b="1" u="sng"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기아 </a:t>
              </a:r>
              <a:r>
                <a:rPr lang="en-US" altLang="ko-KR" sz="1200" b="1" u="sng"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1200" u="sng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701" name="직사각형 24">
              <a:extLst>
                <a:ext uri="{FF2B5EF4-FFF2-40B4-BE49-F238E27FC236}">
                  <a16:creationId xmlns:a16="http://schemas.microsoft.com/office/drawing/2014/main" id="{8494CFFD-840E-6116-4763-58EC410B0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9326" y="1121689"/>
              <a:ext cx="673426" cy="300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ko-KR" altLang="en-US" sz="1200" b="1" u="sng"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출하장</a:t>
              </a:r>
            </a:p>
          </p:txBody>
        </p:sp>
      </p:grpSp>
      <p:grpSp>
        <p:nvGrpSpPr>
          <p:cNvPr id="28687" name="그룹 45">
            <a:extLst>
              <a:ext uri="{FF2B5EF4-FFF2-40B4-BE49-F238E27FC236}">
                <a16:creationId xmlns:a16="http://schemas.microsoft.com/office/drawing/2014/main" id="{92B31277-735D-F1A0-2119-0AB3F87D4BCC}"/>
              </a:ext>
            </a:extLst>
          </p:cNvPr>
          <p:cNvGrpSpPr>
            <a:grpSpLocks/>
          </p:cNvGrpSpPr>
          <p:nvPr/>
        </p:nvGrpSpPr>
        <p:grpSpPr bwMode="auto">
          <a:xfrm>
            <a:off x="687867" y="4194175"/>
            <a:ext cx="853119" cy="2259014"/>
            <a:chOff x="2566426" y="1251326"/>
            <a:chExt cx="1401301" cy="2736561"/>
          </a:xfrm>
        </p:grpSpPr>
        <p:sp>
          <p:nvSpPr>
            <p:cNvPr id="36" name="사각형: 둥근 대각선 방향 모서리 12">
              <a:extLst>
                <a:ext uri="{FF2B5EF4-FFF2-40B4-BE49-F238E27FC236}">
                  <a16:creationId xmlns:a16="http://schemas.microsoft.com/office/drawing/2014/main" id="{963BB441-D199-4E28-B7D6-5C6D651E0347}"/>
                </a:ext>
              </a:extLst>
            </p:cNvPr>
            <p:cNvSpPr/>
            <p:nvPr/>
          </p:nvSpPr>
          <p:spPr>
            <a:xfrm>
              <a:off x="2669942" y="1285942"/>
              <a:ext cx="1176012" cy="2700021"/>
            </a:xfrm>
            <a:prstGeom prst="round2DiagRect">
              <a:avLst>
                <a:gd name="adj1" fmla="val 22973"/>
                <a:gd name="adj2" fmla="val 0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bg1"/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46">
                <a:solidFill>
                  <a:prstClr val="white"/>
                </a:solidFill>
              </a:endParaRPr>
            </a:p>
          </p:txBody>
        </p:sp>
        <p:sp>
          <p:nvSpPr>
            <p:cNvPr id="37" name="자유형: 도형 13">
              <a:extLst>
                <a:ext uri="{FF2B5EF4-FFF2-40B4-BE49-F238E27FC236}">
                  <a16:creationId xmlns:a16="http://schemas.microsoft.com/office/drawing/2014/main" id="{5CD74081-3AC3-4A06-0A88-9CE6BB2A0566}"/>
                </a:ext>
              </a:extLst>
            </p:cNvPr>
            <p:cNvSpPr/>
            <p:nvPr/>
          </p:nvSpPr>
          <p:spPr>
            <a:xfrm>
              <a:off x="2669942" y="2675909"/>
              <a:ext cx="1176012" cy="1311978"/>
            </a:xfrm>
            <a:prstGeom prst="round2DiagRect">
              <a:avLst>
                <a:gd name="adj1" fmla="val 21394"/>
                <a:gd name="adj2" fmla="val 0"/>
              </a:avLst>
            </a:prstGeom>
            <a:solidFill>
              <a:schemeClr val="accent2">
                <a:lumMod val="75000"/>
              </a:schemeClr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46">
                <a:solidFill>
                  <a:prstClr val="white"/>
                </a:solidFill>
              </a:endParaRPr>
            </a:p>
          </p:txBody>
        </p:sp>
        <p:sp>
          <p:nvSpPr>
            <p:cNvPr id="38" name="직사각형 24">
              <a:extLst>
                <a:ext uri="{FF2B5EF4-FFF2-40B4-BE49-F238E27FC236}">
                  <a16:creationId xmlns:a16="http://schemas.microsoft.com/office/drawing/2014/main" id="{98E66D4E-4C3A-D648-0912-3DB0B9F2A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6426" y="2943411"/>
              <a:ext cx="1401301" cy="78296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latinLnBrk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 altLang="ko-KR" sz="2400" b="1" dirty="0">
                  <a:solidFill>
                    <a:srgbClr val="F2F2F2"/>
                  </a:solidFill>
                  <a:latin typeface="맑은 고딕" panose="020B0503020000020004" pitchFamily="50" charset="-127"/>
                </a:rPr>
                <a:t>100</a:t>
              </a:r>
              <a:r>
                <a:rPr lang="ko-KR" altLang="en-US" sz="1050" dirty="0">
                  <a:solidFill>
                    <a:srgbClr val="F2F2F2"/>
                  </a:solidFill>
                  <a:latin typeface="맑은 고딕" panose="020B0503020000020004" pitchFamily="50" charset="-127"/>
                </a:rPr>
                <a:t>건</a:t>
              </a:r>
              <a:endParaRPr lang="en-US" altLang="ko-KR" sz="1200" dirty="0">
                <a:solidFill>
                  <a:srgbClr val="F2F2F2"/>
                </a:solidFill>
                <a:latin typeface="맑은 고딕" panose="020B0503020000020004" pitchFamily="50" charset="-127"/>
              </a:endParaRPr>
            </a:p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/>
              </a:pPr>
              <a:r>
                <a:rPr lang="en-US" altLang="ko-KR" sz="1200" b="1" dirty="0">
                  <a:solidFill>
                    <a:srgbClr val="FFFF00"/>
                  </a:solidFill>
                  <a:latin typeface="맑은 고딕" panose="020B0503020000020004" pitchFamily="50" charset="-127"/>
                </a:rPr>
                <a:t>(45%)</a:t>
              </a:r>
              <a:endParaRPr lang="ko-KR" altLang="en-US" sz="1200" b="1" dirty="0">
                <a:solidFill>
                  <a:srgbClr val="FFFF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8696" name="직사각형 24">
              <a:extLst>
                <a:ext uri="{FF2B5EF4-FFF2-40B4-BE49-F238E27FC236}">
                  <a16:creationId xmlns:a16="http://schemas.microsoft.com/office/drawing/2014/main" id="{89D485A9-CCD7-DF77-EF20-FF5EF5BB4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401" y="1251326"/>
              <a:ext cx="808847" cy="335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ko-KR" altLang="en-US" sz="1200" b="1" u="sng"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기아</a:t>
              </a:r>
              <a:endParaRPr lang="ko-KR" altLang="en-US" sz="1200" u="sng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8688" name="그룹 45">
            <a:extLst>
              <a:ext uri="{FF2B5EF4-FFF2-40B4-BE49-F238E27FC236}">
                <a16:creationId xmlns:a16="http://schemas.microsoft.com/office/drawing/2014/main" id="{54BED679-EA5F-F948-2294-16B1C9C82356}"/>
              </a:ext>
            </a:extLst>
          </p:cNvPr>
          <p:cNvGrpSpPr>
            <a:grpSpLocks/>
          </p:cNvGrpSpPr>
          <p:nvPr/>
        </p:nvGrpSpPr>
        <p:grpSpPr bwMode="auto">
          <a:xfrm>
            <a:off x="1485591" y="4216400"/>
            <a:ext cx="853119" cy="2232025"/>
            <a:chOff x="2537735" y="1284798"/>
            <a:chExt cx="1401295" cy="2703866"/>
          </a:xfrm>
        </p:grpSpPr>
        <p:sp>
          <p:nvSpPr>
            <p:cNvPr id="33" name="사각형: 둥근 대각선 방향 모서리 12">
              <a:extLst>
                <a:ext uri="{FF2B5EF4-FFF2-40B4-BE49-F238E27FC236}">
                  <a16:creationId xmlns:a16="http://schemas.microsoft.com/office/drawing/2014/main" id="{ABAE98A8-333F-99FA-F359-8D6B0EF28BD2}"/>
                </a:ext>
              </a:extLst>
            </p:cNvPr>
            <p:cNvSpPr/>
            <p:nvPr/>
          </p:nvSpPr>
          <p:spPr>
            <a:xfrm>
              <a:off x="2671227" y="1284798"/>
              <a:ext cx="1176009" cy="2701943"/>
            </a:xfrm>
            <a:prstGeom prst="round2DiagRect">
              <a:avLst>
                <a:gd name="adj1" fmla="val 22973"/>
                <a:gd name="adj2" fmla="val 0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50000">
                  <a:schemeClr val="bg1"/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46">
                <a:solidFill>
                  <a:prstClr val="white"/>
                </a:solidFill>
              </a:endParaRPr>
            </a:p>
          </p:txBody>
        </p:sp>
        <p:sp>
          <p:nvSpPr>
            <p:cNvPr id="34" name="자유형: 도형 13">
              <a:extLst>
                <a:ext uri="{FF2B5EF4-FFF2-40B4-BE49-F238E27FC236}">
                  <a16:creationId xmlns:a16="http://schemas.microsoft.com/office/drawing/2014/main" id="{6F182A6B-E6EE-CBCF-2D41-C70699EE787C}"/>
                </a:ext>
              </a:extLst>
            </p:cNvPr>
            <p:cNvSpPr/>
            <p:nvPr/>
          </p:nvSpPr>
          <p:spPr>
            <a:xfrm>
              <a:off x="2671227" y="2347112"/>
              <a:ext cx="1176009" cy="1641552"/>
            </a:xfrm>
            <a:prstGeom prst="round2DiagRect">
              <a:avLst>
                <a:gd name="adj1" fmla="val 21394"/>
                <a:gd name="adj2" fmla="val 0"/>
              </a:avLst>
            </a:prstGeom>
            <a:solidFill>
              <a:schemeClr val="accent1">
                <a:lumMod val="75000"/>
              </a:schemeClr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46" dirty="0">
                <a:solidFill>
                  <a:prstClr val="white"/>
                </a:solidFill>
              </a:endParaRPr>
            </a:p>
          </p:txBody>
        </p:sp>
        <p:sp>
          <p:nvSpPr>
            <p:cNvPr id="35" name="직사각형 24">
              <a:extLst>
                <a:ext uri="{FF2B5EF4-FFF2-40B4-BE49-F238E27FC236}">
                  <a16:creationId xmlns:a16="http://schemas.microsoft.com/office/drawing/2014/main" id="{A69BEE66-FAE0-C898-DF34-E761CDC2E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7735" y="2347112"/>
              <a:ext cx="1401295" cy="782963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latinLnBrk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 latinLnBrk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 altLang="ko-KR" sz="2400" b="1" dirty="0">
                  <a:solidFill>
                    <a:srgbClr val="F2F2F2"/>
                  </a:solidFill>
                  <a:latin typeface="맑은 고딕" panose="020B0503020000020004" pitchFamily="50" charset="-127"/>
                </a:rPr>
                <a:t>114</a:t>
              </a:r>
              <a:r>
                <a:rPr lang="ko-KR" altLang="en-US" sz="1050" dirty="0">
                  <a:solidFill>
                    <a:srgbClr val="F2F2F2"/>
                  </a:solidFill>
                  <a:latin typeface="맑은 고딕" panose="020B0503020000020004" pitchFamily="50" charset="-127"/>
                </a:rPr>
                <a:t>건</a:t>
              </a:r>
              <a:endParaRPr lang="en-US" altLang="ko-KR" sz="1200" dirty="0">
                <a:solidFill>
                  <a:srgbClr val="F2F2F2"/>
                </a:solidFill>
                <a:latin typeface="맑은 고딕" panose="020B0503020000020004" pitchFamily="50" charset="-127"/>
              </a:endParaRPr>
            </a:p>
            <a:p>
              <a:pPr algn="ctr" latinLnBrk="0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en-US" altLang="ko-KR" sz="1200" b="1" dirty="0">
                  <a:solidFill>
                    <a:srgbClr val="FFFF00"/>
                  </a:solidFill>
                  <a:latin typeface="맑은 고딕" panose="020B0503020000020004" pitchFamily="50" charset="-127"/>
                  <a:ea typeface="굴림" charset="-127"/>
                </a:rPr>
                <a:t>(55%)</a:t>
              </a:r>
              <a:endParaRPr lang="ko-KR" altLang="en-US" sz="1200" b="1" dirty="0">
                <a:solidFill>
                  <a:srgbClr val="FFFF00"/>
                </a:solidFill>
                <a:latin typeface="맑은 고딕" panose="020B0503020000020004" pitchFamily="50" charset="-127"/>
                <a:ea typeface="굴림" charset="-127"/>
              </a:endParaRPr>
            </a:p>
          </p:txBody>
        </p:sp>
      </p:grpSp>
      <p:sp>
        <p:nvSpPr>
          <p:cNvPr id="28689" name="직사각형 24">
            <a:extLst>
              <a:ext uri="{FF2B5EF4-FFF2-40B4-BE49-F238E27FC236}">
                <a16:creationId xmlns:a16="http://schemas.microsoft.com/office/drawing/2014/main" id="{E7CCC8A7-95B6-48C9-4E0C-8DB8D199D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4762" y="4194175"/>
            <a:ext cx="492431" cy="277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200" b="1" u="sng">
                <a:latin typeface="맑은 고딕" panose="020B0503020000020004" pitchFamily="50" charset="-127"/>
                <a:ea typeface="맑은 고딕" panose="020B0503020000020004" pitchFamily="50" charset="-127"/>
              </a:rPr>
              <a:t>캠스</a:t>
            </a:r>
            <a:endParaRPr lang="ko-KR" altLang="en-US" sz="1200" u="sng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12218E-294E-3BCB-BE94-D068EFA83C08}"/>
              </a:ext>
            </a:extLst>
          </p:cNvPr>
          <p:cNvSpPr txBox="1"/>
          <p:nvPr/>
        </p:nvSpPr>
        <p:spPr>
          <a:xfrm>
            <a:off x="8697913" y="1006475"/>
            <a:ext cx="792162" cy="230188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840C347-90EF-4456-ED1E-5FA3FB8C4C14}"/>
              </a:ext>
            </a:extLst>
          </p:cNvPr>
          <p:cNvSpPr txBox="1"/>
          <p:nvPr/>
        </p:nvSpPr>
        <p:spPr>
          <a:xfrm>
            <a:off x="8693150" y="3724275"/>
            <a:ext cx="792163" cy="230188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graphicFrame>
        <p:nvGraphicFramePr>
          <p:cNvPr id="28681" name="개체 41">
            <a:extLst>
              <a:ext uri="{FF2B5EF4-FFF2-40B4-BE49-F238E27FC236}">
                <a16:creationId xmlns:a16="http://schemas.microsoft.com/office/drawing/2014/main" id="{3534DCEA-5ABE-FB70-DC84-CB441F9FED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2838" y="1306513"/>
          <a:ext cx="5719762" cy="216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981700" imgH="1666875" progId="Excel.Sheet.12">
                  <p:embed/>
                </p:oleObj>
              </mc:Choice>
              <mc:Fallback>
                <p:oleObj name="Worksheet" r:id="rId3" imgW="5981700" imgH="1666875" progId="Excel.Sheet.12">
                  <p:embed/>
                  <p:pic>
                    <p:nvPicPr>
                      <p:cNvPr id="28681" name="개체 41">
                        <a:extLst>
                          <a:ext uri="{FF2B5EF4-FFF2-40B4-BE49-F238E27FC236}">
                            <a16:creationId xmlns:a16="http://schemas.microsoft.com/office/drawing/2014/main" id="{3534DCEA-5ABE-FB70-DC84-CB441F9FED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2838" y="1306513"/>
                        <a:ext cx="5719762" cy="216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개체 42">
            <a:extLst>
              <a:ext uri="{FF2B5EF4-FFF2-40B4-BE49-F238E27FC236}">
                <a16:creationId xmlns:a16="http://schemas.microsoft.com/office/drawing/2014/main" id="{5F79BD50-AD5E-449E-9A72-9B84332115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4425" y="4043363"/>
          <a:ext cx="5721350" cy="240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5467350" imgH="2428875" progId="Excel.Sheet.12">
                  <p:embed/>
                </p:oleObj>
              </mc:Choice>
              <mc:Fallback>
                <p:oleObj name="Worksheet" r:id="rId5" imgW="5467350" imgH="2428875" progId="Excel.Sheet.12">
                  <p:embed/>
                  <p:pic>
                    <p:nvPicPr>
                      <p:cNvPr id="28682" name="개체 42">
                        <a:extLst>
                          <a:ext uri="{FF2B5EF4-FFF2-40B4-BE49-F238E27FC236}">
                            <a16:creationId xmlns:a16="http://schemas.microsoft.com/office/drawing/2014/main" id="{5F79BD50-AD5E-449E-9A72-9B84332115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4425" y="4043363"/>
                        <a:ext cx="5721350" cy="240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사각형: 둥근 대각선 방향 모서리 12">
            <a:extLst>
              <a:ext uri="{FF2B5EF4-FFF2-40B4-BE49-F238E27FC236}">
                <a16:creationId xmlns:a16="http://schemas.microsoft.com/office/drawing/2014/main" id="{3D507DB9-E2AB-660F-763D-CF59E9480CBE}"/>
              </a:ext>
            </a:extLst>
          </p:cNvPr>
          <p:cNvSpPr/>
          <p:nvPr/>
        </p:nvSpPr>
        <p:spPr bwMode="auto">
          <a:xfrm>
            <a:off x="2365375" y="4192588"/>
            <a:ext cx="715963" cy="2230437"/>
          </a:xfrm>
          <a:prstGeom prst="round2DiagRect">
            <a:avLst>
              <a:gd name="adj1" fmla="val 22973"/>
              <a:gd name="adj2" fmla="val 0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50000">
                <a:schemeClr val="bg1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46">
              <a:solidFill>
                <a:prstClr val="white"/>
              </a:solidFill>
            </a:endParaRPr>
          </a:p>
        </p:txBody>
      </p:sp>
      <p:sp>
        <p:nvSpPr>
          <p:cNvPr id="45" name="자유형: 도형 13">
            <a:extLst>
              <a:ext uri="{FF2B5EF4-FFF2-40B4-BE49-F238E27FC236}">
                <a16:creationId xmlns:a16="http://schemas.microsoft.com/office/drawing/2014/main" id="{EBA3C5F2-F1EB-E8EE-354E-8C351AC2D72A}"/>
              </a:ext>
            </a:extLst>
          </p:cNvPr>
          <p:cNvSpPr/>
          <p:nvPr/>
        </p:nvSpPr>
        <p:spPr bwMode="auto">
          <a:xfrm>
            <a:off x="2365375" y="6154737"/>
            <a:ext cx="715963" cy="269876"/>
          </a:xfrm>
          <a:prstGeom prst="round2DiagRect">
            <a:avLst>
              <a:gd name="adj1" fmla="val 21394"/>
              <a:gd name="adj2" fmla="val 0"/>
            </a:avLst>
          </a:prstGeom>
          <a:solidFill>
            <a:schemeClr val="tx2">
              <a:lumMod val="50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46" dirty="0">
              <a:solidFill>
                <a:prstClr val="white"/>
              </a:solidFill>
            </a:endParaRPr>
          </a:p>
        </p:txBody>
      </p:sp>
      <p:sp>
        <p:nvSpPr>
          <p:cNvPr id="28685" name="직사각형 24">
            <a:extLst>
              <a:ext uri="{FF2B5EF4-FFF2-40B4-BE49-F238E27FC236}">
                <a16:creationId xmlns:a16="http://schemas.microsoft.com/office/drawing/2014/main" id="{359A8A0F-5947-EBCE-F3D7-23686FC51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4171" y="5835650"/>
            <a:ext cx="54694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ko-KR" sz="1200" b="1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(0%)</a:t>
            </a:r>
            <a:endParaRPr lang="ko-KR" altLang="en-US" sz="1200" b="1" dirty="0">
              <a:solidFill>
                <a:srgbClr val="FFFF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686" name="직사각형 24">
            <a:extLst>
              <a:ext uri="{FF2B5EF4-FFF2-40B4-BE49-F238E27FC236}">
                <a16:creationId xmlns:a16="http://schemas.microsoft.com/office/drawing/2014/main" id="{46AB040A-B806-B2B4-2731-CCF90AA9D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375" y="4194175"/>
            <a:ext cx="4921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1200" b="1" u="sng">
                <a:latin typeface="맑은 고딕" panose="020B0503020000020004" pitchFamily="50" charset="-127"/>
                <a:ea typeface="맑은 고딕" panose="020B0503020000020004" pitchFamily="50" charset="-127"/>
              </a:rPr>
              <a:t>부영</a:t>
            </a:r>
          </a:p>
        </p:txBody>
      </p:sp>
    </p:spTree>
    <p:extLst>
      <p:ext uri="{BB962C8B-B14F-4D97-AF65-F5344CB8AC3E}">
        <p14:creationId xmlns:p14="http://schemas.microsoft.com/office/powerpoint/2010/main" val="1591983457"/>
      </p:ext>
    </p:extLst>
  </p:cSld>
  <p:clrMapOvr>
    <a:masterClrMapping/>
  </p:clrMapOvr>
</p:sld>
</file>

<file path=ppt/theme/theme1.xml><?xml version="1.0" encoding="utf-8"?>
<a:theme xmlns:a="http://schemas.openxmlformats.org/drawingml/2006/main" name="6_기본 디자인">
  <a:themeElements>
    <a:clrScheme name="3_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3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23" tIns="0" rIns="91423" bIns="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 typeface="Wingdings" pitchFamily="2" charset="2"/>
          <a:buNone/>
          <a:tabLst/>
          <a:defRPr kumimoji="1" lang="ko-KR" alt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Y헤드라인M" pitchFamily="18" charset="-127"/>
            <a:ea typeface="HY헤드라인M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23" tIns="0" rIns="91423" bIns="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 typeface="Wingdings" pitchFamily="2" charset="2"/>
          <a:buNone/>
          <a:tabLst/>
          <a:defRPr kumimoji="1" lang="ko-KR" alt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Y헤드라인M" pitchFamily="18" charset="-127"/>
            <a:ea typeface="HY헤드라인M" pitchFamily="18" charset="-127"/>
          </a:defRPr>
        </a:defPPr>
      </a:lstStyle>
    </a:lnDef>
  </a:objectDefaults>
  <a:extraClrSchemeLst>
    <a:extraClrScheme>
      <a:clrScheme name="3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7_기본 디자인">
  <a:themeElements>
    <a:clrScheme name="3_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3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23" tIns="0" rIns="91423" bIns="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 typeface="Wingdings" pitchFamily="2" charset="2"/>
          <a:buNone/>
          <a:tabLst/>
          <a:defRPr kumimoji="1" lang="ko-KR" alt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Y헤드라인M" pitchFamily="18" charset="-127"/>
            <a:ea typeface="HY헤드라인M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23" tIns="0" rIns="91423" bIns="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 typeface="Wingdings" pitchFamily="2" charset="2"/>
          <a:buNone/>
          <a:tabLst/>
          <a:defRPr kumimoji="1" lang="ko-KR" alt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Y헤드라인M" pitchFamily="18" charset="-127"/>
            <a:ea typeface="HY헤드라인M" pitchFamily="18" charset="-127"/>
          </a:defRPr>
        </a:defPPr>
      </a:lstStyle>
    </a:lnDef>
  </a:objectDefaults>
  <a:extraClrSchemeLst>
    <a:extraClrScheme>
      <a:clrScheme name="3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기본 디자인">
  <a:themeElements>
    <a:clrScheme name="1_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sz="12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sz="12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mtClean="0"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 테마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테마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 테마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테마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 테마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테마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 테마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테마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 테마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테마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19366</TotalTime>
  <Words>343</Words>
  <Application>Microsoft Office PowerPoint</Application>
  <PresentationFormat>A4 용지(210x297mm)</PresentationFormat>
  <Paragraphs>155</Paragraphs>
  <Slides>5</Slides>
  <Notes>5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4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5" baseType="lpstr">
      <vt:lpstr>HY헤드라인M</vt:lpstr>
      <vt:lpstr>굴림</vt:lpstr>
      <vt:lpstr>맑은 고딕</vt:lpstr>
      <vt:lpstr>현대하모니 L</vt:lpstr>
      <vt:lpstr>Arial</vt:lpstr>
      <vt:lpstr>6_기본 디자인</vt:lpstr>
      <vt:lpstr>7_기본 디자인</vt:lpstr>
      <vt:lpstr>1_기본 디자인</vt:lpstr>
      <vt:lpstr>2_Office 테마</vt:lpstr>
      <vt:lpstr>Worksheet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1</dc:creator>
  <cp:lastModifiedBy>김환기</cp:lastModifiedBy>
  <cp:revision>1794</cp:revision>
  <cp:lastPrinted>2014-12-19T00:27:59Z</cp:lastPrinted>
  <dcterms:created xsi:type="dcterms:W3CDTF">2004-10-21T02:19:26Z</dcterms:created>
  <dcterms:modified xsi:type="dcterms:W3CDTF">2026-06-15T10:41:32Z</dcterms:modified>
</cp:coreProperties>
</file>